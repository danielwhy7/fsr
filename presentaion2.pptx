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8" r:id="rId7"/>
    <p:sldId id="275" r:id="rId8"/>
    <p:sldId id="274" r:id="rId9"/>
    <p:sldId id="269" r:id="rId10"/>
    <p:sldId id="270" r:id="rId11"/>
    <p:sldId id="271" r:id="rId12"/>
    <p:sldId id="272" r:id="rId13"/>
    <p:sldId id="267" r:id="rId14"/>
  </p:sldIdLst>
  <p:sldSz cx="12192000" cy="6858000"/>
  <p:notesSz cx="7772400" cy="10058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2790" y="-12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950E7-A97B-474B-82D8-FAD481DD3A45}" type="datetimeFigureOut">
              <a:rPr lang="ru-RU" smtClean="0"/>
              <a:pPr/>
              <a:t>23.12.2025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54063"/>
            <a:ext cx="6705600" cy="3771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77875" y="4778375"/>
            <a:ext cx="621665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32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35DCC-8B35-4346-BDC6-2012B1B27D73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/>
          <a:p>
            <a:pPr indent="0" algn="ctr" defTabSz="914400">
              <a:lnSpc>
                <a:spcPct val="13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4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Образец заголовка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Образец текста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Второй уровень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Третий уровень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Четвертый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Пятый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Second level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2760" cy="81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685800" lvl="1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143000" lvl="2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1600200" lvl="3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  <a:p>
            <a:pPr marL="2057400" lvl="4" indent="-228600" defTabSz="914400">
              <a:lnSpc>
                <a:spcPct val="150000"/>
              </a:lnSpc>
              <a:spcBef>
                <a:spcPts val="500"/>
              </a:spcBef>
              <a:buClr>
                <a:srgbClr val="40404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 panose="020F0302020204030204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28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 panose="020F030202020403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</a:p>
        </p:txBody>
      </p:sp>
      <p:sp>
        <p:nvSpPr>
          <p:cNvPr id="34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35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36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 hasCustomPrompt="1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 panose="020F0502020204030204"/>
              </a:rPr>
              <a:t>Click to edit the title text format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 hasCustomPrompt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 hasCustomPrompt="1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the outline text format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Outline Level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Outline Level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Outline Level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Outline Level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Sixth Outline Level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Seventh Outline Level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rm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 panose="020F050202020403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Click to edit Master text styles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Second level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Third level</a:t>
            </a: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Fourth level</a:t>
            </a: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 Light" panose="020F0302020204030204"/>
              </a:rPr>
              <a:t>Fifth level</a:t>
            </a:r>
          </a:p>
        </p:txBody>
      </p:sp>
      <p:sp>
        <p:nvSpPr>
          <p:cNvPr id="54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&lt;date/time&gt;</a:t>
            </a:r>
          </a:p>
        </p:txBody>
      </p:sp>
      <p:sp>
        <p:nvSpPr>
          <p:cNvPr id="55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&lt;footer&gt;</a:t>
            </a:r>
          </a:p>
        </p:txBody>
      </p:sp>
      <p:sp>
        <p:nvSpPr>
          <p:cNvPr id="56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9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9.xml"/><Relationship Id="rId6" Type="http://schemas.openxmlformats.org/officeDocument/2006/relationships/slide" Target="slide8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8"/>
          <p:cNvPicPr/>
          <p:nvPr/>
        </p:nvPicPr>
        <p:blipFill>
          <a:blip r:embed="rId2" cstate="print">
            <a:biLevel thresh="50000"/>
            <a:lum bright="13000"/>
          </a:blip>
          <a:stretch>
            <a:fillRect/>
          </a:stretch>
        </p:blipFill>
        <p:spPr>
          <a:xfrm>
            <a:off x="-24680" y="0"/>
            <a:ext cx="12385376" cy="688538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Текстовое поле 3"/>
          <p:cNvSpPr/>
          <p:nvPr/>
        </p:nvSpPr>
        <p:spPr>
          <a:xfrm>
            <a:off x="6196696" y="1977480"/>
            <a:ext cx="5155888" cy="10449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spcBef>
                <a:spcPts val="300"/>
              </a:spcBef>
              <a:spcAft>
                <a:spcPts val="300"/>
              </a:spcAft>
            </a:pPr>
            <a:r>
              <a:rPr lang="en-US" sz="1900" b="1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Introduction to Traceability in Industry 4.0</a:t>
            </a:r>
            <a:endParaRPr lang="en-US" sz="1900" b="1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defTabSz="914400">
              <a:spcBef>
                <a:spcPts val="300"/>
              </a:spcBef>
              <a:spcAft>
                <a:spcPts val="300"/>
              </a:spcAft>
            </a:pPr>
            <a:r>
              <a:rPr lang="en-US" sz="1900" b="0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Intelligent Systems for Supply Chain Management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59" name="Текстовое поле 4"/>
          <p:cNvSpPr/>
          <p:nvPr/>
        </p:nvSpPr>
        <p:spPr>
          <a:xfrm>
            <a:off x="6412720" y="4503600"/>
            <a:ext cx="4723840" cy="941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u="none" strike="noStrike" dirty="0" err="1">
                <a:solidFill>
                  <a:schemeClr val="lt1"/>
                </a:solidFill>
                <a:effectLst/>
                <a:uFillTx/>
                <a:latin typeface="Source Sans Pro"/>
              </a:rPr>
              <a:t>Bikmetov</a:t>
            </a: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 </a:t>
            </a:r>
            <a:r>
              <a:rPr lang="en-US" b="0" u="none" strike="noStrike" dirty="0" smtClean="0">
                <a:solidFill>
                  <a:schemeClr val="lt1"/>
                </a:solidFill>
                <a:effectLst/>
                <a:uFillTx/>
                <a:latin typeface="Source Sans Pro"/>
              </a:rPr>
              <a:t>Daniel</a:t>
            </a:r>
            <a:r>
              <a:rPr lang="ru-RU" dirty="0">
                <a:solidFill>
                  <a:srgbClr val="000000"/>
                </a:solidFill>
                <a:latin typeface="Source Sans Pro"/>
              </a:rPr>
              <a:t> </a:t>
            </a:r>
            <a:r>
              <a:rPr lang="en-US" b="0" u="none" strike="noStrike" dirty="0" smtClean="0">
                <a:solidFill>
                  <a:schemeClr val="lt1"/>
                </a:solidFill>
                <a:effectLst/>
                <a:uFillTx/>
                <a:latin typeface="Source Sans Pro"/>
              </a:rPr>
              <a:t>6114-100503D</a:t>
            </a:r>
            <a:endParaRPr lang="ru-RU" b="0" u="none" strike="noStrike" dirty="0" smtClean="0">
              <a:solidFill>
                <a:schemeClr val="lt1"/>
              </a:solidFill>
              <a:effectLst/>
              <a:uFillTx/>
              <a:latin typeface="Source Sans Pro"/>
            </a:endParaRPr>
          </a:p>
          <a:p>
            <a:pPr algn="ctr" defTabSz="914400">
              <a:lnSpc>
                <a:spcPct val="100000"/>
              </a:lnSpc>
            </a:pPr>
            <a:r>
              <a:rPr lang="en-US" dirty="0" err="1" smtClean="0">
                <a:solidFill>
                  <a:schemeClr val="lt1"/>
                </a:solidFill>
                <a:latin typeface="Source Sans Pro"/>
              </a:rPr>
              <a:t>Krupenskiy</a:t>
            </a:r>
            <a:r>
              <a:rPr lang="en-US" dirty="0" smtClean="0">
                <a:solidFill>
                  <a:schemeClr val="lt1"/>
                </a:solidFill>
                <a:latin typeface="Source Sans Pro"/>
              </a:rPr>
              <a:t> Roman 6114-100503D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60" name="Текстовое поле 5"/>
          <p:cNvSpPr/>
          <p:nvPr/>
        </p:nvSpPr>
        <p:spPr>
          <a:xfrm>
            <a:off x="6743160" y="6068160"/>
            <a:ext cx="406368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0" u="none" strike="noStrike" dirty="0" err="1">
                <a:solidFill>
                  <a:schemeClr val="lt1"/>
                </a:solidFill>
                <a:effectLst/>
                <a:uFillTx/>
                <a:latin typeface="Source Sans Pro"/>
              </a:rPr>
              <a:t>Sumara</a:t>
            </a: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, 2025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Текстовое поле 3"/>
          <p:cNvSpPr/>
          <p:nvPr/>
        </p:nvSpPr>
        <p:spPr>
          <a:xfrm>
            <a:off x="0" y="319320"/>
            <a:ext cx="1219200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US" sz="2400" b="1" dirty="0" smtClean="0">
                <a:latin typeface="Source Sans Pro"/>
              </a:rPr>
              <a:t>PRESENTATION OUTLINE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11109960" y="6324480"/>
            <a:ext cx="104394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dirty="0" smtClean="0">
                <a:latin typeface="Source Sans Pro"/>
              </a:rPr>
              <a:t>2</a:t>
            </a:r>
            <a:r>
              <a:rPr lang="ru-RU" dirty="0" smtClean="0">
                <a:latin typeface="Source Sans Pro"/>
              </a:rPr>
              <a:t>/</a:t>
            </a:r>
            <a:r>
              <a:rPr lang="en-US" dirty="0" smtClean="0">
                <a:latin typeface="Source Sans Pro"/>
              </a:rPr>
              <a:t>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3" name="TextBox 4"/>
          <p:cNvSpPr/>
          <p:nvPr/>
        </p:nvSpPr>
        <p:spPr bwMode="gray">
          <a:xfrm>
            <a:off x="1907280" y="1514880"/>
            <a:ext cx="8411040" cy="4154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marL="342900" indent="-342900" defTabSz="9144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2200" b="0" strike="noStrike" dirty="0">
                <a:effectLst/>
                <a:uFillTx/>
                <a:latin typeface="Source Sans Pro"/>
                <a:ea typeface="Calibri" panose="020F0502020204030204"/>
              </a:rPr>
              <a:t>Problem and </a:t>
            </a:r>
            <a:r>
              <a:rPr lang="en-US" sz="2200" b="0" strike="noStrike" dirty="0" smtClean="0">
                <a:effectLst/>
                <a:uFillTx/>
                <a:latin typeface="Source Sans Pro"/>
                <a:ea typeface="Calibri" panose="020F0502020204030204"/>
              </a:rPr>
              <a:t>Goal</a:t>
            </a:r>
            <a:endParaRPr lang="en-US" sz="2200" b="0" strike="noStrike" dirty="0">
              <a:effectLst/>
              <a:uFillTx/>
              <a:latin typeface="Source Sans Pro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2200" dirty="0" smtClean="0">
                <a:latin typeface="Source Sans Pro"/>
                <a:ea typeface="Calibri" panose="020F0502020204030204"/>
              </a:rPr>
              <a:t>Core Idea: Three-Layer Architecture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2200" dirty="0" smtClean="0">
                <a:latin typeface="Source Sans Pro"/>
                <a:ea typeface="Calibri" panose="020F0502020204030204"/>
              </a:rPr>
              <a:t>System architecture: Ontology-Based Modeling</a:t>
            </a:r>
            <a:endParaRPr lang="en-US" sz="2200" b="0" strike="noStrike" dirty="0" smtClean="0">
              <a:effectLst/>
              <a:uFillTx/>
              <a:latin typeface="Source Sans Pro"/>
              <a:ea typeface="Calibri" panose="020F0502020204030204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it-IT" sz="2200" dirty="0" smtClean="0">
                <a:latin typeface="Source Sans Pro"/>
                <a:ea typeface="Calibri" panose="020F0502020204030204"/>
              </a:rPr>
              <a:t>Data Integration: IoT Data Processing</a:t>
            </a:r>
            <a:endParaRPr lang="en-US" sz="2200" b="0" strike="noStrike" dirty="0">
              <a:effectLst/>
              <a:uFillTx/>
              <a:latin typeface="Source Sans Pro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2200" dirty="0" smtClean="0">
                <a:latin typeface="Source Sans Pro"/>
                <a:ea typeface="Calibri" panose="020F0502020204030204"/>
              </a:rPr>
              <a:t>Implementation: Cloud-Based Platform 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2200" dirty="0" smtClean="0">
                <a:latin typeface="Source Sans Pro"/>
                <a:ea typeface="Calibri" panose="020F0502020204030204"/>
              </a:rPr>
              <a:t>Key Results: System Capabilities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  <a:p>
            <a:pPr marL="342900" indent="-3429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2200" dirty="0" smtClean="0">
                <a:latin typeface="Source Sans Pro"/>
                <a:ea typeface="Calibri" panose="020F0502020204030204"/>
              </a:rPr>
              <a:t>Key Challenge &amp; Solution</a:t>
            </a:r>
            <a:endParaRPr lang="en-US" sz="2200" b="0" strike="noStrike" dirty="0" smtClean="0">
              <a:effectLst/>
              <a:uFillTx/>
              <a:latin typeface="Source Sans Pro"/>
            </a:endParaRPr>
          </a:p>
          <a:p>
            <a:pPr marL="342900" indent="-342900" defTabSz="914400">
              <a:lnSpc>
                <a:spcPct val="150000"/>
              </a:lnSpc>
              <a:buClr>
                <a:srgbClr val="000000"/>
              </a:buClr>
              <a:buFont typeface="Calibri Light" panose="020F0302020204030204"/>
              <a:buAutoNum type="arabicPeriod"/>
            </a:pPr>
            <a:r>
              <a:rPr lang="en-US" sz="2200" dirty="0" smtClean="0">
                <a:latin typeface="Source Sans Pro"/>
                <a:ea typeface="Calibri" panose="020F0502020204030204"/>
              </a:rPr>
              <a:t>Conclusion</a:t>
            </a:r>
            <a:endParaRPr lang="en-US" sz="2200" dirty="0">
              <a:latin typeface="Source Sans Pro"/>
              <a:ea typeface="Calibri" panose="020F0502020204030204"/>
              <a:hlinkClick r:id="rId2" action="ppaction://hlinksldjump"/>
            </a:endParaRPr>
          </a:p>
        </p:txBody>
      </p:sp>
      <p:sp>
        <p:nvSpPr>
          <p:cNvPr id="5" name="Прямоугольник 4">
            <a:hlinkClick r:id="rId3" action="ppaction://hlinksldjump"/>
          </p:cNvPr>
          <p:cNvSpPr/>
          <p:nvPr/>
        </p:nvSpPr>
        <p:spPr>
          <a:xfrm>
            <a:off x="0" y="1628800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hlinkClick r:id="rId4" action="ppaction://hlinksldjump"/>
          </p:cNvPr>
          <p:cNvSpPr/>
          <p:nvPr/>
        </p:nvSpPr>
        <p:spPr>
          <a:xfrm>
            <a:off x="0" y="2132856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hlinkClick r:id="rId5" action="ppaction://hlinksldjump"/>
          </p:cNvPr>
          <p:cNvSpPr/>
          <p:nvPr/>
        </p:nvSpPr>
        <p:spPr>
          <a:xfrm>
            <a:off x="0" y="2636912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hlinkClick r:id="rId6" action="ppaction://hlinksldjump"/>
          </p:cNvPr>
          <p:cNvSpPr/>
          <p:nvPr/>
        </p:nvSpPr>
        <p:spPr>
          <a:xfrm>
            <a:off x="0" y="3140968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hlinkClick r:id="rId7" action="ppaction://hlinksldjump"/>
          </p:cNvPr>
          <p:cNvSpPr/>
          <p:nvPr/>
        </p:nvSpPr>
        <p:spPr>
          <a:xfrm>
            <a:off x="0" y="3645024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hlinkClick r:id="rId8" action="ppaction://hlinksldjump"/>
          </p:cNvPr>
          <p:cNvSpPr/>
          <p:nvPr/>
        </p:nvSpPr>
        <p:spPr>
          <a:xfrm>
            <a:off x="-24680" y="4149080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hlinkClick r:id="rId9" action="ppaction://hlinksldjump"/>
          </p:cNvPr>
          <p:cNvSpPr/>
          <p:nvPr/>
        </p:nvSpPr>
        <p:spPr>
          <a:xfrm>
            <a:off x="-24680" y="4653136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hlinkClick r:id="rId9" action="ppaction://hlinksldjump"/>
          </p:cNvPr>
          <p:cNvSpPr/>
          <p:nvPr/>
        </p:nvSpPr>
        <p:spPr>
          <a:xfrm>
            <a:off x="-24680" y="5157192"/>
            <a:ext cx="12192000" cy="43204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3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u="none" strike="noStrike" dirty="0">
                <a:effectLst/>
                <a:uFillTx/>
                <a:latin typeface="Source Sans Pro"/>
              </a:rPr>
              <a:t>PROBLEM </a:t>
            </a:r>
            <a:r>
              <a:rPr lang="ru-RU" sz="2400" b="1" u="none" strike="noStrike" dirty="0" smtClean="0">
                <a:effectLst/>
                <a:uFillTx/>
                <a:latin typeface="Source Sans Pro"/>
              </a:rPr>
              <a:t> </a:t>
            </a:r>
            <a:r>
              <a:rPr lang="en-US" sz="2400" b="1" u="none" strike="noStrike" dirty="0" smtClean="0">
                <a:effectLst/>
                <a:uFillTx/>
                <a:latin typeface="Source Sans Pro"/>
              </a:rPr>
              <a:t>AND </a:t>
            </a:r>
            <a:r>
              <a:rPr lang="en-US" sz="2400" b="1" u="none" strike="noStrike" dirty="0">
                <a:effectLst/>
                <a:uFillTx/>
                <a:latin typeface="Source Sans Pro"/>
              </a:rPr>
              <a:t>GOAL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Why is intelligent traceability needed</a:t>
            </a:r>
            <a:r>
              <a:rPr lang="en-US" sz="2200" b="1" u="none" strike="noStrike" dirty="0" smtClean="0">
                <a:solidFill>
                  <a:schemeClr val="dk1"/>
                </a:solidFill>
                <a:effectLst/>
                <a:uFillTx/>
                <a:latin typeface="Source Sans Pro"/>
              </a:rPr>
              <a:t>?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750" indent="-285750" defTabSz="91440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Industry 4.0 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generates massive heterogeneous data (</a:t>
            </a:r>
            <a:r>
              <a:rPr lang="en-US" sz="2200" b="0" u="none" strike="noStrike" dirty="0" err="1">
                <a:solidFill>
                  <a:schemeClr val="dk1"/>
                </a:solidFill>
                <a:effectLst/>
                <a:uFillTx/>
                <a:latin typeface="Source Sans Pro"/>
              </a:rPr>
              <a:t>IoT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, sensors, CPS)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750" indent="-285750" defTabSz="91440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Supply chains 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lack real-time transparency and safety assurance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750" indent="-285750" defTabSz="91440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Current systems 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cannot integrate data from multiple sources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750" indent="-285750" defTabSz="91440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Goal</a:t>
            </a:r>
            <a:r>
              <a:rPr lang="en-US" sz="2200" b="0" u="none" strike="noStrike" dirty="0">
                <a:solidFill>
                  <a:schemeClr val="dk1"/>
                </a:solidFill>
                <a:effectLst/>
                <a:uFillTx/>
                <a:latin typeface="Source Sans Pro"/>
              </a:rPr>
              <a:t>: Create unified, intelligent traceability for product safety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3"/>
          <p:cNvSpPr/>
          <p:nvPr/>
        </p:nvSpPr>
        <p:spPr>
          <a:xfrm>
            <a:off x="11109960" y="6324480"/>
            <a:ext cx="1062990" cy="3620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BFA901F7-FE96-4101-A89D-662352C06BC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4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8" name="Текстовое поле 4"/>
          <p:cNvSpPr/>
          <p:nvPr/>
        </p:nvSpPr>
        <p:spPr>
          <a:xfrm>
            <a:off x="120" y="33012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</a:pPr>
            <a:r>
              <a:rPr lang="en-US" sz="2400" b="1" u="none" strike="noStrike" dirty="0">
                <a:effectLst/>
                <a:uFillTx/>
                <a:latin typeface="Source Sans Pro"/>
              </a:rPr>
              <a:t>CORE IDEA: THREE-LAYER ARCHITECTURE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2032000" y="1268758"/>
          <a:ext cx="8096448" cy="4608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6448"/>
              </a:tblGrid>
              <a:tr h="1536171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 smtClean="0">
                          <a:latin typeface="Source Sans Pro"/>
                        </a:rPr>
                        <a:t>Layer 1</a:t>
                      </a:r>
                      <a:endParaRPr lang="ru-RU" sz="1800" b="1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200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Semantic</a:t>
                      </a:r>
                      <a:endParaRPr lang="ru-RU" sz="2200" b="1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Ontology-based knowledge representation</a:t>
                      </a:r>
                      <a:endParaRPr lang="ru-RU" sz="2200" b="0" dirty="0">
                        <a:solidFill>
                          <a:schemeClr val="tx1"/>
                        </a:solidFill>
                        <a:latin typeface="Source Sans Pro"/>
                      </a:endParaRPr>
                    </a:p>
                  </a:txBody>
                  <a:tcPr anchor="ctr"/>
                </a:tc>
              </a:tr>
              <a:tr h="1536171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 smtClean="0">
                          <a:latin typeface="Source Sans Pro"/>
                        </a:rPr>
                        <a:t>Layer 2</a:t>
                      </a:r>
                      <a:endParaRPr lang="ru-RU" sz="1800" b="1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2200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Integration</a:t>
                      </a:r>
                      <a:endParaRPr lang="ru-RU" sz="2200" b="1" dirty="0" smtClean="0">
                        <a:latin typeface="Source Sans Pro"/>
                      </a:endParaRPr>
                    </a:p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Unified data aggregation from heterogeneous sources</a:t>
                      </a:r>
                      <a:endParaRPr lang="ru-RU" sz="2200" dirty="0">
                        <a:solidFill>
                          <a:schemeClr val="tx1"/>
                        </a:solidFill>
                        <a:latin typeface="Source Sans Pro"/>
                      </a:endParaRPr>
                    </a:p>
                  </a:txBody>
                  <a:tcPr anchor="ctr"/>
                </a:tc>
              </a:tr>
              <a:tr h="1536171"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dirty="0" smtClean="0">
                          <a:latin typeface="Source Sans Pro"/>
                        </a:rPr>
                        <a:t>Layer </a:t>
                      </a:r>
                      <a:r>
                        <a:rPr lang="ru-RU" sz="1800" b="1" dirty="0" smtClean="0">
                          <a:latin typeface="Source Sans Pro"/>
                        </a:rPr>
                        <a:t> 3</a:t>
                      </a: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2200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200" b="1" dirty="0" smtClean="0">
                          <a:latin typeface="Source Sans Pro"/>
                        </a:rPr>
                        <a:t>Cloud</a:t>
                      </a:r>
                      <a:endParaRPr lang="ru-RU" sz="2200" b="1" dirty="0" smtClean="0">
                        <a:latin typeface="Source Sans Pro"/>
                      </a:endParaRPr>
                    </a:p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200" dirty="0" smtClean="0">
                          <a:latin typeface="Source Sans Pro"/>
                        </a:rPr>
                        <a:t>Remote access and query capabilities</a:t>
                      </a:r>
                      <a:endParaRPr lang="en-US" sz="2200" b="1" dirty="0" smtClean="0">
                        <a:solidFill>
                          <a:schemeClr val="tx1"/>
                        </a:solidFill>
                        <a:latin typeface="Source Sans Pro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82040" cy="3620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5</a:t>
            </a:fld>
            <a:r>
              <a:rPr lang="en-US" dirty="0" smtClean="0"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21064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1190"/>
              </a:spcBef>
              <a:spcAft>
                <a:spcPts val="990"/>
              </a:spcAft>
            </a:pPr>
            <a:r>
              <a:rPr lang="en-US" sz="2400" b="1" u="none" strike="noStrike" dirty="0" smtClean="0">
                <a:effectLst/>
                <a:uFillTx/>
                <a:latin typeface="Source Sans Pro"/>
              </a:rPr>
              <a:t>SYSTEM </a:t>
            </a:r>
            <a:r>
              <a:rPr lang="ru-RU" sz="2400" b="1" u="none" strike="noStrike" dirty="0" smtClean="0">
                <a:effectLst/>
                <a:uFillTx/>
                <a:latin typeface="Source Sans Pro"/>
              </a:rPr>
              <a:t> </a:t>
            </a:r>
            <a:r>
              <a:rPr lang="en-US" sz="2400" b="1" u="none" strike="noStrike" dirty="0" smtClean="0">
                <a:effectLst/>
                <a:uFillTx/>
                <a:latin typeface="Source Sans Pro"/>
              </a:rPr>
              <a:t>ARCHITECTURE: ONTOLOGY-BASED MODELING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1559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Semantic </a:t>
            </a:r>
            <a:r>
              <a:rPr lang="en-US" sz="2200" b="1" dirty="0" smtClean="0">
                <a:latin typeface="Source Sans Pro"/>
              </a:rPr>
              <a:t>representation</a:t>
            </a:r>
            <a:r>
              <a:rPr lang="en-US" sz="2200" dirty="0" smtClean="0">
                <a:latin typeface="Source Sans Pro"/>
              </a:rPr>
              <a:t> of traceability domain</a:t>
            </a:r>
            <a:endParaRPr lang="en-US" sz="2200" b="0" u="none" strike="noStrike" dirty="0" smtClean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dirty="0" smtClean="0">
                <a:latin typeface="Source Sans Pro"/>
              </a:rPr>
              <a:t>Classes</a:t>
            </a:r>
            <a:r>
              <a:rPr lang="en-US" sz="2200" dirty="0" smtClean="0">
                <a:latin typeface="Source Sans Pro"/>
              </a:rPr>
              <a:t>: Product, Process, Location, Timestamp, Quality</a:t>
            </a:r>
            <a:endParaRPr lang="en-US" sz="2200" b="0" u="none" strike="noStrike" dirty="0" smtClean="0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dirty="0" smtClean="0">
                <a:latin typeface="Source Sans Pro"/>
              </a:rPr>
              <a:t>Relations</a:t>
            </a:r>
            <a:r>
              <a:rPr lang="en-US" sz="2200" dirty="0" smtClean="0">
                <a:latin typeface="Source Sans Pro"/>
              </a:rPr>
              <a:t>: </a:t>
            </a:r>
            <a:r>
              <a:rPr lang="en-US" sz="2200" dirty="0" err="1" smtClean="0">
                <a:latin typeface="Source Sans Pro"/>
              </a:rPr>
              <a:t>hasStage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hasQuality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hasLocation</a:t>
            </a:r>
            <a:endParaRPr lang="en-US" sz="2200" dirty="0" smtClean="0">
              <a:latin typeface="Source Sans Pro"/>
            </a:endParaRPr>
          </a:p>
        </p:txBody>
      </p:sp>
      <p:sp>
        <p:nvSpPr>
          <p:cNvPr id="5" name="Текстовое поле 10"/>
          <p:cNvSpPr/>
          <p:nvPr/>
        </p:nvSpPr>
        <p:spPr>
          <a:xfrm>
            <a:off x="1724160" y="3573016"/>
            <a:ext cx="9844448" cy="23042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r>
              <a:rPr lang="en-US" sz="2200" b="1" dirty="0" smtClean="0">
                <a:latin typeface="Source Sans Pro"/>
              </a:rPr>
              <a:t>Let O = {C, R, I} where: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r>
              <a:rPr lang="en-US" sz="2200" dirty="0" smtClean="0">
                <a:latin typeface="Source Sans Pro"/>
              </a:rPr>
              <a:t>	C = Concepts (Product, Process, Quality, Location, Agent)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r>
              <a:rPr lang="en-US" sz="2200" dirty="0" smtClean="0">
                <a:latin typeface="Source Sans Pro"/>
              </a:rPr>
              <a:t>	R = Relations (</a:t>
            </a:r>
            <a:r>
              <a:rPr lang="en-US" sz="2200" dirty="0" err="1" smtClean="0">
                <a:latin typeface="Source Sans Pro"/>
              </a:rPr>
              <a:t>hasStage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hasQuality</a:t>
            </a:r>
            <a:r>
              <a:rPr lang="en-US" sz="2200" dirty="0" smtClean="0">
                <a:latin typeface="Source Sans Pro"/>
              </a:rPr>
              <a:t>, </a:t>
            </a:r>
            <a:r>
              <a:rPr lang="en-US" sz="2200" dirty="0" err="1" smtClean="0">
                <a:latin typeface="Source Sans Pro"/>
              </a:rPr>
              <a:t>hasTrace</a:t>
            </a:r>
            <a:r>
              <a:rPr lang="en-US" sz="2200" dirty="0" smtClean="0">
                <a:latin typeface="Source Sans Pro"/>
              </a:rPr>
              <a:t>)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r>
              <a:rPr lang="en-US" sz="2200" dirty="0" smtClean="0">
                <a:latin typeface="Source Sans Pro"/>
              </a:rPr>
              <a:t>	I = Instances (specific products, timestamps)</a:t>
            </a:r>
            <a:endParaRPr lang="en-US" sz="2200" b="1" dirty="0">
              <a:latin typeface="Source Sans Pro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03512" y="4077072"/>
            <a:ext cx="9865096" cy="187220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">
                <a:schemeClr val="accent5">
                  <a:alpha val="10000"/>
                </a:schemeClr>
              </a:gs>
              <a:gs pos="3000">
                <a:schemeClr val="accent5">
                  <a:alpha val="10000"/>
                </a:schemeClr>
              </a:gs>
              <a:gs pos="2000">
                <a:schemeClr val="accent5">
                  <a:alpha val="1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82040" cy="3620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6</a:t>
            </a:fld>
            <a:r>
              <a:rPr lang="en-US" dirty="0" smtClean="0"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21064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1190"/>
              </a:spcBef>
              <a:spcAft>
                <a:spcPts val="990"/>
              </a:spcAft>
            </a:pPr>
            <a:r>
              <a:rPr lang="en-US" sz="2400" b="1" dirty="0" smtClean="0">
                <a:latin typeface="Source Sans Pro"/>
              </a:rPr>
              <a:t>SYSTEM </a:t>
            </a:r>
            <a:r>
              <a:rPr lang="ru-RU" sz="2400" b="1" dirty="0" smtClean="0">
                <a:latin typeface="Source Sans Pro"/>
              </a:rPr>
              <a:t> </a:t>
            </a:r>
            <a:r>
              <a:rPr lang="en-US" sz="2400" b="1" dirty="0" smtClean="0">
                <a:latin typeface="Source Sans Pro"/>
              </a:rPr>
              <a:t>ARCHITECTURE: TABLE 1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1343473" y="1268760"/>
          <a:ext cx="9505056" cy="4968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68352"/>
                <a:gridCol w="3168352"/>
                <a:gridCol w="3168352"/>
              </a:tblGrid>
              <a:tr h="46199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Aspect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Traditional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Proposed 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</a:tr>
              <a:tr h="7801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Data Integration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Manual, error-prone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Automated, ontology-driven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</a:tr>
              <a:tr h="7801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Interoperability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Limited, </a:t>
                      </a:r>
                      <a:r>
                        <a:rPr lang="en-US" sz="2200" dirty="0" err="1" smtClean="0">
                          <a:latin typeface="Source Sans Pro"/>
                        </a:rPr>
                        <a:t>siloed</a:t>
                      </a:r>
                      <a:r>
                        <a:rPr lang="en-US" sz="2200" dirty="0" smtClean="0">
                          <a:latin typeface="Source Sans Pro"/>
                        </a:rPr>
                        <a:t> systems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Full semantic interoperability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</a:tr>
              <a:tr h="46199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Real-time Access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Delayed reports (batch)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Real-time visibility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</a:tr>
              <a:tr h="46199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Quality Assurance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Batch processing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Continuous monitoring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</a:tr>
              <a:tr h="7801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Compliance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Document-based tracking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Automated tracking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</a:tr>
              <a:tr h="7801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Scalability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Fixed capacity infrastructure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Cloud elastic scaling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</a:tr>
              <a:tr h="461998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Source Sans Pro"/>
                        </a:rPr>
                        <a:t>Error Detection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Post-incident (reactive)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Source Sans Pro"/>
                        </a:rPr>
                        <a:t>Real-time (proactive)</a:t>
                      </a:r>
                      <a:endParaRPr lang="ru-RU" sz="2200" dirty="0">
                        <a:latin typeface="Source Sans Pro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82040" cy="3620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7</a:t>
            </a:fld>
            <a:r>
              <a:rPr lang="en-US" dirty="0" smtClean="0"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21064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spcBef>
                <a:spcPts val="1190"/>
              </a:spcBef>
              <a:spcAft>
                <a:spcPts val="990"/>
              </a:spcAft>
            </a:pPr>
            <a:r>
              <a:rPr lang="en-US" sz="2400" b="1" u="none" strike="noStrike" dirty="0" smtClean="0">
                <a:effectLst/>
                <a:uFillTx/>
                <a:latin typeface="Source Sans Pro"/>
              </a:rPr>
              <a:t>SYSTEM </a:t>
            </a:r>
            <a:r>
              <a:rPr lang="ru-RU" sz="2400" b="1" u="none" strike="noStrike" dirty="0" smtClean="0">
                <a:effectLst/>
                <a:uFillTx/>
                <a:latin typeface="Source Sans Pro"/>
              </a:rPr>
              <a:t> </a:t>
            </a:r>
            <a:r>
              <a:rPr lang="en-US" sz="2400" b="1" u="none" strike="noStrike" dirty="0" smtClean="0">
                <a:effectLst/>
                <a:uFillTx/>
                <a:latin typeface="Source Sans Pro"/>
              </a:rPr>
              <a:t>ARCHITECTURE: </a:t>
            </a:r>
            <a:r>
              <a:rPr lang="en-US" sz="2400" b="1" dirty="0" smtClean="0">
                <a:latin typeface="Source Sans Pro"/>
              </a:rPr>
              <a:t>IMAGE 1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pic>
        <p:nvPicPr>
          <p:cNvPr id="2050" name="Picture 2" descr="C:\Users\student\Music\FSR\graphiс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3856" y="1152128"/>
            <a:ext cx="7164289" cy="537321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8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u="none" strike="noStrike" dirty="0" smtClean="0">
                <a:effectLst/>
                <a:uFillTx/>
                <a:latin typeface="Source Sans Pro"/>
              </a:rPr>
              <a:t>DATA INTEGRATION: IOT DATA PROCESSING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Bef>
                <a:spcPts val="1190"/>
              </a:spcBef>
              <a:spcAft>
                <a:spcPts val="990"/>
              </a:spcAft>
            </a:pPr>
            <a:r>
              <a:rPr lang="en-US" sz="2200" b="1" dirty="0" smtClean="0">
                <a:solidFill>
                  <a:schemeClr val="dk1"/>
                </a:solidFill>
                <a:latin typeface="Source Sans Pro"/>
              </a:rPr>
              <a:t>Processing Pipeline</a:t>
            </a:r>
            <a:endParaRPr lang="en-US" sz="2200" b="0" u="none" strike="noStrike" dirty="0" smtClean="0">
              <a:solidFill>
                <a:schemeClr val="dk1"/>
              </a:solidFill>
              <a:effectLst/>
              <a:uFillTx/>
              <a:latin typeface="Source Sans Pro"/>
            </a:endParaRP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Source Sans Pro"/>
              </a:rPr>
              <a:t>Collection</a:t>
            </a:r>
            <a:r>
              <a:rPr lang="en-US" sz="2200" dirty="0">
                <a:solidFill>
                  <a:srgbClr val="000000"/>
                </a:solidFill>
                <a:latin typeface="Source Sans Pro"/>
              </a:rPr>
              <a:t>: Real-time data from sensors, smart </a:t>
            </a:r>
            <a:r>
              <a:rPr lang="en-US" sz="2200" dirty="0" smtClean="0">
                <a:solidFill>
                  <a:srgbClr val="000000"/>
                </a:solidFill>
                <a:latin typeface="Source Sans Pro"/>
              </a:rPr>
              <a:t>devices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Source Sans Pro"/>
              </a:rPr>
              <a:t>Normalization</a:t>
            </a:r>
            <a:r>
              <a:rPr lang="en-US" sz="2200" dirty="0">
                <a:solidFill>
                  <a:srgbClr val="000000"/>
                </a:solidFill>
                <a:latin typeface="Source Sans Pro"/>
              </a:rPr>
              <a:t>: Map heterogeneous formats to </a:t>
            </a:r>
            <a:r>
              <a:rPr lang="en-US" sz="2200" dirty="0" smtClean="0">
                <a:solidFill>
                  <a:srgbClr val="000000"/>
                </a:solidFill>
                <a:latin typeface="Source Sans Pro"/>
              </a:rPr>
              <a:t>ontology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b="1" dirty="0" smtClean="0">
                <a:latin typeface="Source Sans Pro"/>
              </a:rPr>
              <a:t>Aggregation</a:t>
            </a:r>
            <a:r>
              <a:rPr lang="en-US" sz="2200" dirty="0" smtClean="0">
                <a:latin typeface="Source Sans Pro"/>
              </a:rPr>
              <a:t>: Merge data into unified knowledge base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r>
              <a:rPr lang="en-US" sz="2200" b="1" dirty="0" smtClean="0">
                <a:latin typeface="Source Sans Pro"/>
              </a:rPr>
              <a:t>Data transformation formula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endParaRPr lang="en-US" sz="2200" b="1" dirty="0" smtClean="0">
              <a:latin typeface="Source Sans Pro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0" y="942975"/>
            <a:ext cx="12192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0" y="1685925"/>
            <a:ext cx="12192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0" y="4848225"/>
            <a:ext cx="12192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0" y="2562225"/>
            <a:ext cx="12192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2384804F-3998-4D57-9195-F3826E402611-1" descr="wpp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631315" y="4769485"/>
            <a:ext cx="9048115" cy="422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9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dirty="0" smtClean="0">
                <a:latin typeface="Source Sans Pro"/>
              </a:rPr>
              <a:t>IMPLEMENTATION: CLOUD-BASED PLATFORM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Common knowledge base accessible to all stakeholders</a:t>
            </a:r>
            <a:endParaRPr lang="en-US" sz="2200" dirty="0" smtClean="0">
              <a:solidFill>
                <a:srgbClr val="000000"/>
              </a:solidFill>
              <a:latin typeface="Source Sans Pro"/>
            </a:endParaRP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Query interface for trace retrieval and tracking</a:t>
            </a:r>
            <a:endParaRPr lang="en-US" sz="2200" dirty="0" smtClean="0">
              <a:solidFill>
                <a:srgbClr val="000000"/>
              </a:solidFill>
              <a:latin typeface="Source Sans Pro"/>
            </a:endParaRP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Real-time synchronization across supply chain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Access control and data privacy mechanisms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r>
              <a:rPr lang="en-US" sz="2200" b="1" dirty="0" smtClean="0">
                <a:latin typeface="Source Sans Pro"/>
              </a:rPr>
              <a:t>Interoperability function</a:t>
            </a:r>
          </a:p>
        </p:txBody>
      </p:sp>
      <p:pic>
        <p:nvPicPr>
          <p:cNvPr id="2" name="2384804F-3998-4D57-9195-F3826E402611-2" descr="wpp"/>
          <p:cNvPicPr>
            <a:picLocks noChangeAspect="1"/>
          </p:cNvPicPr>
          <p:nvPr/>
        </p:nvPicPr>
        <p:blipFill>
          <a:blip r:embed="rId2" cstate="print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631315" y="4778375"/>
            <a:ext cx="9046800" cy="4410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10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dirty="0" smtClean="0">
                <a:latin typeface="Source Sans Pro"/>
              </a:rPr>
              <a:t>KEY RESULTS: SYSTEM CAPABILITIES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Bef>
                <a:spcPts val="1190"/>
              </a:spcBef>
              <a:spcAft>
                <a:spcPts val="990"/>
              </a:spcAft>
            </a:pPr>
            <a:r>
              <a:rPr lang="en-US" sz="2200" b="1" dirty="0" smtClean="0">
                <a:latin typeface="Source Sans Pro"/>
              </a:rPr>
              <a:t>Achieved Outcomes</a:t>
            </a:r>
            <a:endParaRPr lang="en-US" sz="2200" b="0" u="none" strike="noStrike" dirty="0" smtClean="0">
              <a:effectLst/>
              <a:uFillTx/>
              <a:latin typeface="Source Sans Pro"/>
            </a:endParaRP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Solved interoperability challenges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Automated data integration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Enhanced transparency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r>
              <a:rPr lang="en-US" sz="2200" b="1" dirty="0" smtClean="0">
                <a:latin typeface="Source Sans Pro"/>
              </a:rPr>
              <a:t>Practical Benefits</a:t>
            </a:r>
            <a:endParaRPr lang="en-US" sz="2200" dirty="0" smtClean="0">
              <a:latin typeface="Source Sans Pro"/>
            </a:endParaRP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Real-time product tracking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Quality assurance automation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Compliance monitoring</a:t>
            </a: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2"/>
          <p:cNvSpPr/>
          <p:nvPr/>
        </p:nvSpPr>
        <p:spPr>
          <a:xfrm>
            <a:off x="11109960" y="6324480"/>
            <a:ext cx="1062990" cy="38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fld id="{9A0DAD1D-931E-47E3-8A32-99B5CC61471B}" type="slidenum">
              <a:rPr lang="ru-RU" sz="1800" b="0" u="none" strike="noStrike" smtClean="0">
                <a:effectLst/>
                <a:uFillTx/>
                <a:latin typeface="Source Sans Pro"/>
              </a:rPr>
              <a:pPr defTabSz="914400">
                <a:lnSpc>
                  <a:spcPct val="100000"/>
                </a:lnSpc>
              </a:pPr>
              <a:t>11</a:t>
            </a:fld>
            <a:r>
              <a:rPr lang="en-US" sz="1800" b="0" u="none" strike="noStrike" dirty="0" smtClean="0">
                <a:effectLst/>
                <a:uFillTx/>
                <a:latin typeface="Source Sans Pro"/>
              </a:rPr>
              <a:t>/12</a:t>
            </a:r>
            <a:endParaRPr lang="en-US" sz="1800" b="0" u="none" strike="noStrike" dirty="0">
              <a:effectLst/>
              <a:uFillTx/>
              <a:latin typeface="Roboto"/>
            </a:endParaRPr>
          </a:p>
        </p:txBody>
      </p:sp>
      <p:sp>
        <p:nvSpPr>
          <p:cNvPr id="65" name="Текстовое поле 6"/>
          <p:cNvSpPr/>
          <p:nvPr/>
        </p:nvSpPr>
        <p:spPr>
          <a:xfrm>
            <a:off x="120" y="309240"/>
            <a:ext cx="12191880" cy="460211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it-IT" sz="2400" b="1" dirty="0" smtClean="0">
                <a:latin typeface="Source Sans Pro"/>
              </a:rPr>
              <a:t>KEY CHALLENGE &amp; SOLUTION</a:t>
            </a:r>
            <a:endParaRPr lang="en-US" sz="2400" b="1" u="none" strike="noStrike" dirty="0">
              <a:effectLst/>
              <a:uFillTx/>
              <a:latin typeface="Roboto"/>
            </a:endParaRPr>
          </a:p>
        </p:txBody>
      </p:sp>
      <p:sp>
        <p:nvSpPr>
          <p:cNvPr id="66" name="Текстовое поле 10"/>
          <p:cNvSpPr/>
          <p:nvPr/>
        </p:nvSpPr>
        <p:spPr>
          <a:xfrm>
            <a:off x="1571760" y="1725120"/>
            <a:ext cx="9048960" cy="51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spcBef>
                <a:spcPts val="1190"/>
              </a:spcBef>
              <a:spcAft>
                <a:spcPts val="990"/>
              </a:spcAft>
            </a:pPr>
            <a:r>
              <a:rPr lang="en-US" sz="2200" b="1" dirty="0" smtClean="0">
                <a:solidFill>
                  <a:schemeClr val="dk1"/>
                </a:solidFill>
                <a:latin typeface="Source Sans Pro"/>
              </a:rPr>
              <a:t>Challenge: </a:t>
            </a:r>
            <a:r>
              <a:rPr lang="en-US" sz="2200" dirty="0" smtClean="0">
                <a:solidFill>
                  <a:schemeClr val="dk1"/>
                </a:solidFill>
                <a:latin typeface="Source Sans Pro"/>
              </a:rPr>
              <a:t>Data Heterogeneity</a:t>
            </a:r>
          </a:p>
          <a:p>
            <a:pPr>
              <a:spcBef>
                <a:spcPts val="1190"/>
              </a:spcBef>
              <a:spcAft>
                <a:spcPts val="990"/>
              </a:spcAft>
            </a:pPr>
            <a:r>
              <a:rPr lang="en-US" sz="2200" dirty="0" smtClean="0">
                <a:latin typeface="Source Sans Pro"/>
              </a:rPr>
              <a:t>Multiple source formats (JSON, XML, sensor streams)</a:t>
            </a:r>
          </a:p>
          <a:p>
            <a:pPr>
              <a:spcBef>
                <a:spcPts val="1190"/>
              </a:spcBef>
              <a:spcAft>
                <a:spcPts val="990"/>
              </a:spcAft>
            </a:pPr>
            <a:r>
              <a:rPr lang="en-US" sz="2200" b="1" dirty="0" smtClean="0">
                <a:latin typeface="Source Sans Pro"/>
              </a:rPr>
              <a:t>Solution</a:t>
            </a:r>
            <a:r>
              <a:rPr lang="en-US" sz="2200" dirty="0" smtClean="0">
                <a:latin typeface="Source Sans Pro"/>
              </a:rPr>
              <a:t>: Semantic Mapping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Ontology defines unified semantic model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Transformation rules map source schemas to ontology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200" dirty="0" smtClean="0">
                <a:latin typeface="Source Sans Pro"/>
              </a:rPr>
              <a:t>Enables interoperable data exchange</a:t>
            </a:r>
          </a:p>
          <a:p>
            <a:pPr marL="285750" indent="-285750"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</a:pPr>
            <a:endParaRPr lang="en-US" sz="2200" dirty="0" smtClean="0"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Рисунок 6"/>
          <p:cNvPicPr/>
          <p:nvPr/>
        </p:nvPicPr>
        <p:blipFill>
          <a:blip r:embed="rId2" cstate="print">
            <a:biLevel thresh="50000"/>
            <a:lum bright="13000"/>
          </a:blip>
          <a:stretch>
            <a:fillRect/>
          </a:stretch>
        </p:blipFill>
        <p:spPr>
          <a:xfrm>
            <a:off x="0" y="1800"/>
            <a:ext cx="12192000" cy="685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6310160" y="1916832"/>
            <a:ext cx="446636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 anchorCtr="1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dirty="0" smtClean="0">
                <a:solidFill>
                  <a:schemeClr val="lt1"/>
                </a:solidFill>
                <a:latin typeface="Source Sans Pro"/>
              </a:rPr>
              <a:t>MY EMAIL: bicmetovdaniel@gmail.com</a:t>
            </a:r>
          </a:p>
          <a:p>
            <a:pPr algn="ctr" defTabSz="914400">
              <a:lnSpc>
                <a:spcPct val="100000"/>
              </a:lnSpc>
            </a:pPr>
            <a:r>
              <a:rPr lang="ru-RU" sz="2400" b="1" u="none" strike="noStrike" dirty="0" smtClean="0">
                <a:solidFill>
                  <a:schemeClr val="lt1"/>
                </a:solidFill>
                <a:effectLst/>
                <a:uFillTx/>
                <a:latin typeface="Source Sans Pro"/>
              </a:rPr>
              <a:t/>
            </a:r>
            <a:br>
              <a:rPr lang="ru-RU" sz="2400" b="1" u="none" strike="noStrike" dirty="0" smtClean="0">
                <a:solidFill>
                  <a:schemeClr val="lt1"/>
                </a:solidFill>
                <a:effectLst/>
                <a:uFillTx/>
                <a:latin typeface="Source Sans Pro"/>
              </a:rPr>
            </a:br>
            <a:r>
              <a:rPr lang="en-US" sz="2400" b="1" u="none" strike="noStrike" dirty="0" smtClean="0">
                <a:solidFill>
                  <a:schemeClr val="lt1"/>
                </a:solidFill>
                <a:effectLst/>
                <a:uFillTx/>
                <a:latin typeface="Source Sans Pro"/>
              </a:rPr>
              <a:t>THANK </a:t>
            </a:r>
            <a:r>
              <a:rPr lang="en-US" sz="2400" b="1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YOU!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102" name="TextBox 1"/>
          <p:cNvSpPr/>
          <p:nvPr/>
        </p:nvSpPr>
        <p:spPr>
          <a:xfrm rot="30600">
            <a:off x="7377805" y="3440583"/>
            <a:ext cx="2604630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400" b="1" u="none" strike="noStrike" dirty="0">
                <a:solidFill>
                  <a:schemeClr val="lt1"/>
                </a:solidFill>
                <a:effectLst/>
                <a:uFillTx/>
                <a:latin typeface="Source Sans Pro"/>
              </a:rPr>
              <a:t>Any questions?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xNy44NTcxNDI4NTcxNDI4NTQsXCJ3aWR0aFwiOjM5MS4wNzE0Mjg1NzE0Mjg1Nn0iLAoJIkxhdGV4IiA6ICJcXHRleHR7RH1fe1xcdGV4dHt0cmFuc2Zvcm1lZH19ID0gXFx0ZXh0e2Z9KFxcdGV4dHtEcmF3LCBPfSkgPSBcXHRleHR7TWFwfShcXHRleHR7RHJhd30pIOKGkiBcXHRleHR7T31fe1xcdGV4dHtjb25jZXB0c319IiwKCSJMYXRleEltZ0Jhc2U2NCIgOiAiUEhOMlp5QjRiV3h1Y3owaWFIUjBjRG92TDNkM2R5NTNNeTV2Y21jdk1qQXdNQzl6ZG1jaUlIZHBaSFJvUFNJMU1DNHhPV1Y0SWlCb1pXbG5hSFE5SWpJdU16UTNaWGdpSUhKdmJHVTlJbWx0WnlJZ1ptOWpkWE5oWW14bFBTSm1ZV3h6WlNJZ2RtbGxkMEp2ZUQwaU1DQXROelV3SURJeU1UZ3pMamdnTVRBek55NHlJaUI0Yld4dWN6cDRiR2x1YXowaWFIUjBjRG92TDNkM2R5NTNNeTV2Y21jdk1UazVPUzk0YkdsdWF5SWdZWEpwWVMxb2FXUmtaVzQ5SW5SeWRXVWlJSE4wZVd4bFBTSjJaWEowYVdOaGJDMWhiR2xuYmpvZ0xUQXVOalZsZURzZ2JXRjRMWGRwWkhSb09pQTVPQ1U3SWo0OFpHVm1jejQ4Y0dGMGFDQnBaRDBpVFVwWUxURTJNeTFVUlZndFRpMDBOQ0lnWkQwaVRURXpNQ0EyTWpKUk1USXpJRFl5T1NBeE1Ua2dOak14VkRFd015QTJNelJVTmpBZ05qTTNTREkzVmpZNE0wZ3lNamhSTXprNUlEWTRNaUEwTVRrZ05qZ3lWRFEyTVNBMk56WlJOVEEwSURZMk55QTFORFlnTmpReFZEWXlOaUExTnpOVU5qZzFJRFEzTUZRM01EZ2dNek0yVVRjd09DQXlNVEFnTmpNMElERXhObFEwTkRJZ00xRTBNamtnTVNBeU1qZ2dNRWd5TjFZME5rZzJNRkV4TURJZ05EY2dNVEV4SURRNVZERXpNQ0EyTVZZMk1qSmFUVFU1TXlBek16aFJOVGt6SURRek9TQTFOekVnTlRBeFZEUTVNeUEyTURKUk5ETTVJRFl6TnlBek5UVWdOak0zU0RNeU1rZ3lPVFJSTWpNNElEWXpOeUF5TXpRZ05qSTRVVEl6TVNBMk1qUWdNak14SURNME5GRXlNekVnTmpJZ01qTXlJRFU1VVRJek15QTBPU0F5TkRnZ05EaFVNek01SURRMlNETTFNRkUwTlRZZ05EWWdOVEUxSURrMVVUVTJNU0F4TXpNZ05UYzNJREU1TVZRMU9UTWdNek00V2lJdlBqeHdZWFJvSUdsa1BTSk5TbGd0TVRZekxWUkZXQzFPTFRjMElpQmtQU0pOTWpjZ05ESXlVVGd3SURReU5pQXhNRGtnTkRjNFZERTBNU0EyTURCV05qRTFTREU0TVZZME16RklNekUyVmpNNE5VZ3hPREZXTWpReFVURTRNaUF4TVRZZ01UZ3lJREV3TUZReE9Ea2dOamhSTWpBeklESTVJREl6T0NBeU9WRXlPRElnTWprZ01qa3lJREV3TUZFeU9UTWdNVEE0SURJNU15QXhORFpXTVRneFNETXpNMVl4TkRaV01UTTBVVE16TXlBMU55QXlPVEVnTVRkUk1qWTBJQzB4TUNBeU1qRWdMVEV3VVRFNE55QXRNVEFnTVRZeUlESlVNVEkwSURNelZERXdOU0EyT0ZRNU9DQXhNREJST1RjZ01UQTNJRGszSURJME9GWXpPRFZJTVRoV05ESXlTREkzV2lJdlBqeHdZWFJvSUdsa1BTSk5TbGd0TVRZekxWUkZXQzFPTFRjeUlpQmtQU0pOTXpZZ05EWklOVEJST0RrZ05EWWdPVGNnTmpCV05qaFJPVGNnTnpjZ09UY2dPVEZVT1RnZ01USXlWRGs0SURFMk1WUTVPQ0F5TUROUk9UZ2dNak0wSURrNElESTJPVlE1T0NBek1qaE1PVGNnTXpVeFVUazBJRE0zTUNBNE15QXpOelpVTXpnZ016ZzFTREl3VmpRd09GRXlNQ0EwTXpFZ01qSWdORE14VERNeUlEUXpNbEUwTWlBME16TWdOakFnTkRNMFZEazJJRFF6TmxFeE1USWdORE0zSURFek1TQTBNemhVTVRZd0lEUTBNVlF4TnpFZ05EUXlTREUzTkZZek56TlJNakV6SURRME1TQXlOekVnTkRReFNESTNOMUV6TWpJZ05EUXhJRE0wTXlBME1UbFVNelkwSURNM00xRXpOalFnTXpVeUlETTFNU0F6TXpkVU16RXpJRE15TWxFeU9EZ2dNekl5SURJM05pQXpNemhVTWpZeklETTNNbEV5TmpNZ016Z3hJREkyTlNBek9EaFVNamN3SURRd01GUXlOek1nTkRBMVVUSTNNU0EwTURjZ01qVXdJRFF3TVZFeU16UWdNemt6SURJeU5pQXpPRFpSTVRjNUlETTBNU0F4TnprZ01qQTNWakUxTkZFeE56a2dNVFF4SURFM09TQXhNamRVTVRjNUlERXdNVlF4T0RBZ09ERlVNVGd3SURZMlZqWXhVVEU0TVNBMU9TQXhPRE1nTlRkVU1UZzRJRFUwVkRFNU15QTFNVlF5TURBZ05EbFVNakEzSURRNFZESXhOaUEwTjFReU1qVWdORGRVTWpNMUlEUTJWREkwTlNBME5rZ3lOelpXTUVneU5qZFJNalE1SURNZ01UUXdJRE5STXpjZ015QXlPQ0F3U0RJd1ZqUTJTRE0yV2lJdlBqeHdZWFJvSUdsa1BTSk5TbGd0TVRZekxWUkZXQzFPTFRZeElpQmtQU0pOTVRNM0lETXdOVlF4TVRVZ016QTFWRGM0SURNeU1GUTJNeUF6TlRsUk5qTWdNemswSURrM0lEUXlNVlF5TVRnZ05EUTRVVEk1TVNBME5EZ2dNek0ySURReE5sUXpPVFlnTXpRd1VUUXdNU0F6TWpZZ05EQXhJRE13T1ZRME1ESWdNVGswVmpFeU5GRTBNRElnTnpZZ05EQTNJRFU0VkRReU9DQTBNRkUwTkRNZ05EQWdORFE0SURVMlZEUTFNeUF4TURsV01UUTFTRFE1TTFZeE1EWlJORGt5SURZMklEUTVNQ0ExT1ZFME9ERWdNamtnTkRVMUlERXlWRFF3TUNBdE5sUXpOVE1nTVRKVU16STVJRFUwVmpVNFRETXlOeUExTlZFek1qVWdOVElnTXpJeUlEUTVWRE14TkNBME1GUXpNRElnTWpsVU1qZzNJREUzVkRJMk9TQTJWREkwTnlBdE1sUXlNakVnTFRoVU1Ua3dJQzB4TVZFeE16QWdMVEV4SURneUlESXdWRE0wSURFd04xRXpOQ0F4TWpnZ05ERWdNVFEzVkRZNElERTRPRlF4TVRZZ01qSTFWREU1TkNBeU5UTlVNekEwSURJMk9FZ3pNVGhXTWprd1VUTXhPQ0F6TWpRZ016RXlJRE0wTUZFeU9UQWdOREV4SURJeE5TQTBNVEZSTVRrM0lEUXhNU0F4T0RFZ05ERXdWREUxTmlBME1EWlVNVFE0SURRd00xRXhOekFnTXpnNElERTNNQ0F6TlRsUk1UY3dJRE16TkNBeE5UUWdNekl3V2sweE1qWWdNVEEyVVRFeU5pQTNOU0F4TlRBZ05URlVNakE1SURJMlVUSTBOeUF5TmlBeU56WWdORGxVTXpFMUlERXdPVkV6TVRjZ01URTJJRE14T0NBeE56VlJNekU0SURJek15QXpNVGNnTWpNelVUTXdPU0F5TXpNZ01qazJJREl6TWxReU5URWdNakl6VkRFNU15QXlNRE5VTVRRM0lERTJObFF4TWpZZ01UQTJXaUl2UGp4d1lYUm9JR2xrUFNKTlNsZ3RNVFl6TFZSRldDMU9MVFpGSWlCa1BTSk5OREVnTkRaSU5UVlJPVFFnTkRZZ01UQXlJRFl3VmpZNFVURXdNaUEzTnlBeE1ESWdPVEZVTVRBeUlERXlNbFF4TURNZ01UWXhWREV3TXlBeU1ETlJNVEF6SURJek5DQXhNRE1nTWpZNVZERXdNaUF6TWpoV016VXhVVGs1SURNM01DQTRPQ0F6TnpaVU5ETWdNemcxU0RJMVZqUXdPRkV5TlNBME16RWdNamNnTkRNeFRETTNJRFF6TWxFME55QTBNek1nTmpVZ05ETTBWREV3TWlBME16WlJNVEU1SURRek55QXhNemdnTkRNNFZERTJOeUEwTkRGVU1UYzRJRFEwTWtneE9ERldOREF5VVRFNE1TQXpOalFnTVRneUlETTJORlF4T0RjZ016WTVWREU1T1NBek9EUlVNakU0SURRd01sUXlORGNnTkRJeFZESTROU0EwTXpkUk16QTFJRFEwTWlBek16WWdORFF5VVRRMU1DQTBNemdnTkRZeklETXlPVkUwTmpRZ016SXlJRFEyTkNBeE9UQldNVEEwVVRRMk5DQTJOaUEwTmpZZ05UbFVORGMzSURRNVVUUTVPQ0EwTmlBMU1qWWdORFpJTlRReVZqQklOVE0wVERVeE1DQXhVVFE0TnlBeUlEUTJNQ0F5VkRReU1pQXpVVE14T1NBeklETXhNQ0F3U0RNd01sWTBOa2d6TVRoUk16YzVJRFEySURNM09TQTJNbEV6T0RBZ05qUWdNemd3SURJd01GRXpOemtnTXpNMUlETTNPQ0F6TkROUk16Y3lJRE0zTVNBek5UZ2dNemcxVkRNek5DQTBNREpVTXpBNElEUXdORkV5TmpNZ05EQTBJREl5T1NBek56QlJNakF5SURNME15QXhPVFVnTXpFMVZERTROeUF5TXpKV01UWTRWakV3T0ZFeE9EY2dOemdnTVRnNElEWTRWREU1TVNBMU5WUXlNREFnTkRsUk1qSXhJRFEySURJME9TQTBOa2d5TmpWV01FZ3lOVGRNTWpNMElERlJNakV3SURJZ01UZ3pJREpVTVRRMUlETlJORElnTXlBek15QXdTREkxVmpRMlNEUXhXaUl2UGp4d1lYUm9JR2xrUFNKTlNsZ3RNVFl6TFZSRldDMU9MVGN6SWlCa1BTSk5NamsxSURNeE5sRXlPVFVnTXpVMklESTJPQ0F6T0RWVU1Ua3dJRFF4TkZFeE5UUWdOREUwSURFeU9DQTBNREZST1RnZ016Z3lJRGs0SURNME9WRTVOeUF6TkRRZ09UZ2dNek0yVkRFeE5DQXpNVEpVTVRVM0lESTROMUV4TnpVZ01qZ3lJREl3TVNBeU56aFVNalExSURJMk9WUXlOemNnTWpVMlVUSTVOQ0F5TkRnZ016RXdJREl6TmxRek5ESWdNVGsxVkRNMU9TQXhNek5STXpVNUlEY3hJRE15TVNBek1WUXhPVGdnTFRFd1NERTVNRkV4TXpnZ0xURXdJRGswSURJMlREZzJJREU1VERjM0lERXdVVGN4SURRZ05qVWdMVEZNTlRRZ0xURXhTRFEyU0RReVVUTTVJQzB4TVNBek15QXROVlkzTkZZeE16SlJNek1nTVRVeklETTFJREUxTjFRME5TQXhOakpJTlRSUk5qWWdNVFl5SURjd0lERTFPRlEzTlNBeE5EWlVPRElnTVRFNVZERXdNU0EzTjFFeE16WWdNallnTVRrNElESTJVVEk1TlNBeU5pQXlPVFVnTVRBMFVUSTVOU0F4TXpNZ01qYzNJREUxTVZFeU5UY2dNVGMxSURFNU5DQXhPRGRVTVRFeElESXhNRkUzTlNBeU1qY2dOVFFnTWpVMlZETXpJRE14T0ZFek15QXpOVGNnTlRBZ016ZzBWRGt6SURReU5GUXhORE1nTkRReVZERTROeUEwTkRkSU1UazRVVEl6T0NBME5EY2dNalk0SURRek1rd3lPRE1nTkRJMFRESTVNaUEwTXpGUk16QXlJRFEwTUNBek1UUWdORFE0U0RNeU1rZ3pNalpSTXpJNUlEUTBPQ0F6TXpVZ05EUXlWak14TUV3ek1qa2dNekEwU0RNd01WRXlPVFVnTXpFd0lESTVOU0F6TVRaYUlpOCtQSEJoZEdnZ2FXUTlJazFLV0MweE5qTXRWRVZZTFU0dE5qWWlJR1E5SWsweU56TWdNRkV5TlRVZ015QXhORFlnTTFFME15QXpJRE0wSURCSU1qWldORFpJTkRKUk56QWdORFlnT1RFZ05EbFJPVGtnTlRJZ01UQXpJRFl3VVRFd05DQTJNaUF4TURRZ01qSTBWak00TlVnek0xWTBNekZJTVRBMFZqUTVOMHd4TURVZ05UWTBUREV3TnlBMU56UlJNVEkySURZek9TQXhOekVnTmpZNFZESTJOaUEzTURSUk1qWTNJRGN3TkNBeU56VWdOekEwVkRJNE9TQTNNRFZSTXpNd0lEY3dNaUF6TlRFZ05qYzVWRE0zTWlBMk1qZFJNemN5SURZd05DQXpOVGdnTlRrd1ZETXlNU0ExTnpaVU1qZzBJRFU1TUZReU56QWdOakkzVVRJM01DQTJORGNnTWpnNElEWTJOMGd5T0RSUk1qZ3dJRFkyT0NBeU56TWdOalk0VVRJME5TQTJOamdnTWpJeklEWTBOMVF4T0RrZ05Ua3lVVEU0TXlBMU56SWdNVGd5SURRNU4xWTBNekZJTWprelZqTTROVWd4T0RWV01qSTFVVEU0TlNBMk15QXhPRFlnTmpGVU1UZzVJRFUzVkRFNU5DQTFORlF4T1RrZ05URlVNakEySURRNVZESXhNeUEwT0ZReU1qSWdORGRVTWpNeElEUTNWREkwTVNBME5sUXlOVEVnTkRaSU1qZ3lWakJJTWpjeldpSXZQanh3WVhSb0lHbGtQU0pOU2xndE1UWXpMVlJGV0MxT0xUWkdJaUJrUFNKTk1qZ2dNakUwVVRJNElETXdPU0E1TXlBek56aFVNalV3SURRME9GRXpOREFnTkRRNElEUXdOU0F6T0RCVU5EY3hJREl4TlZFME56RWdNVEl3SURRd055QTFOVlF5TlRBZ0xURXdVVEUxTXlBdE1UQWdPVEVnTlRkVU1qZ2dNakUwV2sweU5UQWdNekJSTXpjeUlETXdJRE0zTWlBeE9UTldNakkxVmpJMU1GRXpOeklnTWpjeUlETTNNU0F5T0RoVU16WTBJRE15TmxRek5EZ2dNell5VkRNeE55QXpPVEJVTWpZNElEUXhNRkV5TmpNZ05ERXhJREkxTWlBME1URlJNakl5SURReE1TQXhPVFVnTXprNVVURTFNaUF6TnpjZ01UTTVJRE16T0ZReE1qWWdNalEyVmpJeU5sRXhNallnTVRNd0lERTBOU0E1TVZFeE56Y2dNekFnTWpVd0lETXdXaUl2UGp4d1lYUm9JR2xrUFNKTlNsZ3RNVFl6TFZSRldDMU9MVFpFSWlCa1BTSk5OREVnTkRaSU5UVlJPVFFnTkRZZ01UQXlJRFl3VmpZNFVURXdNaUEzTnlBeE1ESWdPVEZVTVRBeUlERXlNbFF4TURNZ01UWXhWREV3TXlBeU1ETlJNVEF6SURJek5DQXhNRE1nTWpZNVZERXdNaUF6TWpoV016VXhVVGs1SURNM01DQTRPQ0F6TnpaVU5ETWdNemcxU0RJMVZqUXdPRkV5TlNBME16RWdNamNnTkRNeFRETTNJRFF6TWxFME55QTBNek1nTmpVZ05ETTBWREV3TWlBME16WlJNVEU1SURRek55QXhNemdnTkRNNFZERTJOeUEwTkRGVU1UYzRJRFEwTWtneE9ERldOREF5VVRFNE1TQXpOalFnTVRneUlETTJORlF4T0RjZ016WTVWREU1T1NBek9EUlVNakU0SURRd01sUXlORGNnTkRJeFZESTROU0EwTXpkUk16QTFJRFEwTWlBek16WWdORFF5VVRNMU1TQTBORElnTXpZMElEUTBNRlF6T0RjZ05ETTBWRFF3TmlBME1qWlVOREl4SURReE4xUTBNeklnTkRBMlZEUTBNU0F6T1RWVU5EUTRJRE00TkZRME5USWdNemMwVkRRMU5TQXpOalpNTkRVM0lETTJNVXcwTmpBZ016WTFVVFEyTXlBek5qa2dORFkySURNM00xUTBOelVnTXpnMFZEUTRPQ0F6T1RkVU5UQXpJRFF4TUZRMU1qTWdOREl5VkRVME5pQTBNekpVTlRjeUlEUXpPVlEyTURNZ05EUXlVVGN5T1NBME5ESWdOelF3SURNeU9WRTNOREVnTXpJeUlEYzBNU0F4T1RCV01UQTBVVGMwTVNBMk5pQTNORE1nTlRsVU56VTBJRFE1VVRjM05TQTBOaUE0TURNZ05EWklPREU1VmpCSU9ERXhURGM0T0NBeFVUYzJOQ0F5SURjek55QXlWRFk1T1NBelVUVTVOaUF6SURVNE55QXdTRFUzT1ZZME5rZzFPVFZSTmpVMklEUTJJRFkxTmlBMk1sRTJOVGNnTmpRZ05qVTNJREl3TUZFMk5UWWdNek0xSURZMU5TQXpORE5STmpRNUlETTNNU0EyTXpVZ016ZzFWRFl4TVNBME1ESlVOVGcxSURRd05GRTFOREFnTkRBMElEVXdOaUF6TnpCUk5EYzVJRE0wTXlBME56SWdNekUxVkRRMk5DQXlNekpXTVRZNFZqRXdPRkUwTmpRZ056Z2dORFkxSURZNFZEUTJPQ0ExTlZRME56Y2dORGxSTkRrNElEUTJJRFV5TmlBME5rZzFOREpXTUVnMU16Uk1OVEV3SURGUk5EZzNJRElnTkRZd0lESlVOREl5SUROUk16RTVJRE1nTXpFd0lEQklNekF5VmpRMlNETXhPRkV6TnprZ05EWWdNemM1SURZeVVUTTRNQ0EyTkNBek9EQWdNakF3VVRNM09TQXpNelVnTXpjNElETTBNMUV6TnpJZ016Y3hJRE0xT0NBek9EVlVNek0wSURRd01sUXpNRGdnTkRBMFVUSTJNeUEwTURRZ01qSTVJRE0zTUZFeU1ESWdNelF6SURFNU5TQXpNVFZVTVRnM0lESXpNbFl4TmpoV01UQTRVVEU0TnlBM09DQXhPRGdnTmpoVU1Ua3hJRFUxVkRJd01DQTBPVkV5TWpFZ05EWWdNalE1SURRMlNESTJOVll3U0RJMU4wd3lNelFnTVZFeU1UQWdNaUF4T0RNZ01sUXhORFVnTTFFME1pQXpJRE16SURCSU1qVldORFpJTkRGYUlpOCtQSEJoZEdnZ2FXUTlJazFLV0MweE5qTXRWRVZZTFU0dE5qVWlJR1E5SWsweU9DQXlNVGhSTWpnZ01qY3pJRFE0SURNeE9GUTVPQ0F6T1RGVU1UWXpJRFF6TTFReU1qa2dORFE0VVRJNE1pQTBORGdnTXpJd0lEUXpNRlF6TnpnZ016Z3dWRFF3TmlBek1UWlVOREUxSURJME5WRTBNVFVnTWpNNElEUXdPQ0F5TXpGSU1USTJWakl4TmxFeE1qWWdOamdnTWpJMklETTJVVEkwTmlBek1DQXlOekFnTXpCUk16RXlJRE13SURNME1pQTJNbEV6TlRrZ056a2dNelk1SURFd05Fd3pOemtnTVRJNFVUTTRNaUF4TXpFZ016azFJREV6TVVnek9UaFJOREUxSURFek1TQTBNVFVnTVRJeFVUUXhOU0F4TVRjZ05ERXlJREV3T0ZFek9UTWdOVE1nTXpRNUlESXhWREkxTUNBdE1URlJNVFUxSUMweE1TQTVNaUExT0ZReU9DQXlNVGhhVFRNek15QXlOelZSTXpJeUlEUXdNeUF5TXpnZ05ERXhTREl6TmxFeU1qZ2dOREV4SURJeU1DQTBNVEJVTVRrMUlEUXdNbFF4TmpZZ016Z3hWREUwTXlBek5EQlVNVEkzSURJM05GWXlOamRJTXpNelZqSTNOVm9pTHo0OGNHRjBhQ0JwWkQwaVRVcFlMVEUyTXkxVVJWZ3RUaTAyTkNJZ1pEMGlUVE0zTmlBME9UVlJNemMySURVeE1TQXpOellnTlRNMVZETTNOeUExTmpoUk16YzNJRFl4TXlBek5qY2dOakkwVkRNeE5pQTJNemRJTWprNFZqWTJNRkV5T1RnZ05qZ3pJRE13TUNBMk9ETk1NekV3SURZNE5GRXpNakFnTmpnMUlETXpPU0EyT0RaVU16YzJJRFk0T0ZFek9UTWdOamc1SURReE15QTJPVEJVTkRReklEWTVNMVEwTlRRZ05qazBTRFExTjFZek9UQlJORFUzSURnMElEUTFPQ0E0TVZFME5qRWdOakVnTkRjeUlEVTFWRFV4TnlBME5rZzFNelZXTUZFMU16TWdNQ0EwTlRrZ0xUVlVNemd3SUMweE1VZ3pOek5XTkRSTU16WTFJRE0zVVRNd055QXRNVEVnTWpNMUlDMHhNVkV4TlRnZ0xURXhJRGsySURVd1ZETTBJREl4TlZFek5DQXpNVFVnT1RjZ016YzRWREkwTkNBME5ESlJNekU1SURRME1pQXpOellnTXprelZqUTVOVnBOTXpjeklETTBNbEV6TWpnZ05EQTFJREkyTUNBME1EVlJNakV4SURRd05TQXhOek1nTXpZNVVURTBOaUF6TkRFZ01UTTVJRE13TlZReE16RWdNakV4VVRFek1TQXhOVFVnTVRNNElERXlNRlF4TnpNZ05UbFJNakF6SURJMklESTFNU0F5TmxFek1qSWdNallnTXpjeklERXdNMVl6TkRKYUlpOCtQSEJoZEdnZ2FXUTlJazFLV0MweE5qTX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HhOak10VkVWWUxVNHRNamdpSUdROUlrMDVOQ0F5TlRCUk9UUWdNekU1SURFd05DQXpPREZVTVRJM0lEUTRPRlF4TmpRZ05UYzJWREl3TWlBMk5ETlVNalEwSURZNU5WUXlOemNnTnpJNVZETXdNaUEzTlRCSU16RTFTRE14T1ZFek16TWdOelV3SURNek15QTNOREZSTXpNeklEY3pPQ0F6TVRZZ056SXdWREkzTlNBMk5qZFVNakkySURVNE1WUXhPRFFnTkRRelZERTJOeUF5TlRCVU1UZzBJRFU0VkRJeU5TQXRPREZVTWpjMElDMHhOamRVTXpFMklDMHlNakJVTXpNeklDMHlOREZSTXpNeklDMHlOVEFnTXpFNElDMHlOVEJJTXpFMVNETXdNa3d5TnpRZ0xUSXlObEV4T0RBZ0xURTBNU0F4TXpjZ0xURTBWRGswSURJMU1Gb2lMejQ4Y0dGMGFDQnBaRDBpVFVwWUxURTJNeTFVUlZndFRpMDNOeUlnWkQwaVRUa3dJRE0yT0ZFNE5DQXpOemdnTnpZZ016Z3dWRFF3SURNNE5VZ3hPRlkwTXpGSU1qUk1ORE1nTkRNd1VUWXlJRFF6TUNBNE5DQTBNamxVTVRFMklEUXlPRkV5TURZZ05ESTRJREl5TVNBME16RklNakk1VmpNNE5VZ3lNVFZSTVRjM0lETTRNeUF4TnpjZ016WTRVVEUzTnlBek5qY2dNakl4SURJek9Vd3lOalVnTVRFelRETXpPU0F6TWpoTU16TXpJRE0wTlZFek1qTWdNemMwSURNeE5pQXpOemxSTXpBNElETTROQ0F5TnpnZ016ZzFTREkxT0ZZME16RklNalkwVVRJM01DQTBNamdnTXpRNElEUXlPRkUwTXprZ05ESTRJRFExTkNBME16RklORFl4VmpNNE5VZzBOVEpSTkRBMElETTROU0EwTURRZ016WTVVVFF3TkNBek5qWWdOREU0SURNeU5GUTBORGtnTWpNMFZEUTRNU0F4TkROTU5EazJJREV3TUV3MU16Y2dNakU1VVRVM09TQXpOREVnTlRjNUlETTBOMUUxTnprZ016WXpJRFUyTkNBek56TlVOVE13SURNNE5VZzFNakpXTkRNeFNEVXlPVkUxTkRFZ05ESTRJRFl5TkNBME1qaFJOamt5SURReU9DQTJPVGdnTkRNeFNEY3dNMVl6T0RWSU5qazNVVFk1TmlBek9EVWdOamt4SURNNE5WUTJPRElnTXpnMFVUWXpOU0F6TnpjZ05qRTVJRE16TkV3MU5Ua2dNVFl4VVRVME5pQXhNalFnTlRJNElEY3hVVFV3T0NBeE1pQTFNRE1nTVZRME9EY2dMVEV4U0RRM09WRTBOakFnTFRFeElEUTFOaUF0TkZFME5UVWdMVE1nTkRBM0lERXpNMHd6TmpFZ01qWTNVVE0xT1NBeU5qTWdNalkySUMwMFVUSTJNU0F0TVRFZ01qUXpJQzB4TVVneU16aFJNakkxSUMweE1TQXlNakFnTFROTU9UQWdNelk0V2lJdlBqeHdZWFJvSUdsa1BTSk5TbGd0TVRZekxWUkZXQzFPTFRKRElpQmtQU0pOTnpnZ016VlVOemdnTmpCVU9UUWdNVEF6VkRFek55QXhNakZSTVRZMUlERXlNU0F4T0RjZ09UWlVNakV3SURoUk1qRXdJQzB5TnlBeU1ERWdMVFl3VkRFNE1DQXRNVEUzVkRFMU5DQXRNVFU0VkRFek1DQXRNVGcxVkRFeE55QXRNVGswVVRFeE15QXRNVGswSURFd05DQXRNVGcxVkRrMUlDMHhOekpST1RVZ0xURTJPQ0F4TURZZ0xURTFObFF4TXpFZ0xURXlObFF4TlRjZ0xUYzJWREUzTXlBdE0xWTVUREUzTWlBNFVURTNNQ0EzSURFMk55QTJWREUyTVNBelZERTFNaUF4VkRFME1DQXdVVEV4TXlBd0lEazJJREUzV2lJdlBqeHdZWFJvSUdsa1BTSk5TbGd0TVRZekxWUkZXQzFPTFRJd0lpQmtQU0lpTHo0OGNHRjBhQ0JwWkQwaVRVcFlMVEUyTXkxVVJWZ3RUaTAwUmlJZ1pEMGlUVFUySURNME1GRTFOaUEwTWpNZ09EWWdORGswVkRFMk5DQTJNVEJVTWpjd0lEWTRNRlF6T0RnZ056QTFVVFV5TVNBM01EVWdOakl4SURZd01WUTNNaklnTXpReFVUY3lNaUF5TmpBZ05qa3pJREU1TVZRMk1UY2dOelZVTlRFd0lEUlVNemc0SUMweU1sUXlOamNnTTFReE5qQWdOelJVT0RVZ01UZzVWRFUySURNME1GcE5ORFkzSURZME4xRTBNallnTmpZMUlETTRPQ0EyTmpWUk16WXdJRFkyTlNBek16RWdOalUwVkRJMk9TQTJNakJVTWpFeklEVTBPVlF4TnprZ05ETTVVVEUzTkNBME1URWdNVGMwSURNMU5GRXhOelFnTVRRMElESTNOeUEyTVZFek1qY2dNakFnTXpnMUlESXdTRE00T1Vnek9URlJORGMwSURJd0lEVXpOeUE1T1ZFMk1ETWdNVGc0SURZd015QXpOVFJSTmpBeklEUXhNU0ExT1RnZ05ETTVVVFUzTnlBMU9USWdORFkzSURZME4xb2lMejQ4Y0dGMGFDQnBaRDBpVFVwWUxURTJNeT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UyTXkxVVJWZ3RUaTAwUkNJZ1pEMGlUVEV6TWlBMk1qSlJNVEkxSURZeU9TQXhNakVnTmpNeFZERXdOU0EyTXpSVU5qSWdOak0zU0RJNVZqWTRNMGd4TXpWUk1qSXhJRFk0TXlBeU16SWdOamd5VkRJME9TQTJOelZSTWpVd0lEWTNOQ0F6TlRRZ016azRURFExT0NBeE1qUk1OVFl5SURNNU9GRTJOallnTmpjMElEWTJPQ0EyTnpWUk5qY3hJRFk0TVNBMk9ETWdOamd5VkRjNE1TQTJPRE5JT0RnM1ZqWXpOMGc0TlRSUk9ERTBJRFl6TmlBNE1ETWdOak0wVkRjNE5TQTJNakpXTmpGUk56a3hJRFV4SURnd01pQTBPVlE0TlRRZ05EWklPRGczVmpCSU9EYzJVVGcxTlNBeklEY3pOaUF6VVRZd05TQXpJRFU1TmlBd1NEVTROVlkwTmtnMk1UaFJOall3SURRM0lEWTJPU0EwT1ZRMk9EZ2dOakZXTXpRM1VUWTRPQ0EwTWpRZ05qZzRJRFEyTVZRMk9EZ2dOVFEyVkRZNE9DQTJNVE5NTmpnM0lEWXpNbEUwTlRRZ01UUWdORFV3SURkUk5EUTJJREVnTkRNd0lERlVOREV3SURkUk5EQTVJRGtnTWpreUlETXhOa3d4TnpZZ05qSTBWall3TmxFeE56VWdOVGc0SURFM05TQTFORE5VTVRjMUlEUTJNMVF4TnpVZ016VTJUREUzTmlBNE5sRXhPRGNnTlRBZ01qWXhJRFEyU0RJM09GWXdTREkyT1ZFeU5UUWdNeUF4TlRRZ00xRTFNaUF6SURNM0lEQklNamxXTkRaSU5EWlJOemdnTkRnZ09UZ2dOVFpVTVRJeUlEWTVWREV6TWlBNE5sWTJNakphSWk4K1BIQmhkR2dnYVdROUlrMUtXQzB4TmpNdFZFVllMVTR0TnpBaUlHUTlJazB6TmlBdE1UUTRTRFV3VVRnNUlDMHhORGdnT1RjZ0xURXpORll0TVRJMlVUazNJQzB4TVRrZ09UY2dMVEV3TjFRNU55QXROemRVT1RnZ0xUTTRWRGs0SURaVU9UZ2dOVFZVT1RnZ01UQTJVVGs0SURFME1DQTVPQ0F4TnpkVU9UZ2dNalF6VkRrNElESTVObFE1TnlBek16VlVPVGNnTXpVeFVUazBJRE0zTUNBNE15QXpOelpVTXpnZ016ZzFTREl3VmpRd09GRXlNQ0EwTXpFZ01qSWdORE14VERNeUlEUXpNbEUwTWlBME16TWdOakVnTkRNMFZEazRJRFF6TmxFeE1UVWdORE0zSURFek5TQTBNemhVTVRZMUlEUTBNVlF4TnpZZ05EUXlTREUzT1ZZME1UWk1NVGd3SURNNU1Fd3hPRGdnTXprM1VUSTBOeUEwTkRFZ016STJJRFEwTVZFME1EY2dORFF4SURRMk5DQXpOemRVTlRJeUlESXhObEUxTWpJZ01URTFJRFExTnlBMU1sUXpNVEFnTFRFeFVUSTBNaUF0TVRFZ01Ua3dJRE16VERFNE1pQTBNRll0TkRWV0xURXdNVkV4T0RJZ0xURXlPQ0F4T0RRZ0xURXpORlF4T1RVZ0xURTBOVkV5TVRZZ0xURTBPQ0F5TkRRZ0xURTBPRWd5TmpCV0xURTVORWd5TlRKTU1qSTRJQzB4T1ROUk1qQTFJQzB4T1RJZ01UYzRJQzB4T1RKVU1UUXdJQzB4T1RGUk16Y2dMVEU1TVNBeU9DQXRNVGswU0RJd1ZpMHhORGhJTXpaYVRUUXlOQ0F5TVRoUk5ESTBJREk1TWlBek9UQWdNelEzVkRNd05TQTBNREpSTWpNMElEUXdNaUF4T0RJZ016TTNWams0VVRJeU1pQXlOaUF5T1RRZ01qWlJNelExSURJMklETTROQ0E0TUZRME1qUWdNakU0V2lJdlBqeHdZWFJvSUdsa1BTSk5TbGd0TVRZekxWUkZXQzFPTFRJeE9USWlJR1E5SWswMU5pQXlNemRVTlRZZ01qVXdWRGN3SURJM01FZzRNelZSTnpFNUlETTFOeUEyT1RJZ05Ea3pVVFk1TWlBME9UUWdOamt5SURRNU5sUTJPVEVnTkRrNVVUWTVNU0ExTVRFZ056QTRJRFV4TVVnM01URlJOekl3SURVeE1TQTNNak1nTlRFd1ZEY3lPU0ExTURaVU56TXlJRFE1TjFRM016VWdORGd4VkRjME15QTBOVFpSTnpZMUlETTRPU0E0TVRZZ016TTJWRGt6TlNBeU5qRlJPVFEwSURJMU9DQTVORFFnTWpVd1VUazBOQ0F5TkRRZ09UTTVJREkwTVZRNU1UVWdNak14VkRnM055QXlNVEpST0RNMklERTROaUE0TURZZ01UVXlWRGMyTVNBNE5WUTNOREFnTXpWVU56TXlJRFJSTnpNd0lDMDJJRGN5TnlBdE9GUTNNVEVnTFRFeFVUWTVNU0F0TVRFZ05qa3hJREJSTmpreElEY2dOamsySURJMVVUY3lPQ0F4TlRFZ09ETTFJREl6TUVnM01GRTFOaUF5TXpjZ05UWWdNalV3V2lJdlBqeHdZWFJvSUdsa1BTSk5TbGd0TVRZekxWUkZXQzFPTFRZeklpQmtQU0pOTXpjd0lETXdOVlF6TkRrZ016QTFWRE14TXlBek1qQlVNamszSURNMU9GRXlPVGNnTXpneElETXhNaUF6T1RaUk16RTNJRFF3TVNBek1UY2dOREF5VkRNd055QTBNRFJSTWpneElEUXdPQ0F5TlRnZ05EQTRVVEl3T1NBME1EZ2dNVGM0SURNM05sRXhNekVnTXpJNUlERXpNU0F5TVRsUk1UTXhJREV6TnlBeE5qSWdPVEJSTWpBeklESTVJREkzTWlBeU9WRXpNVE1nTWprZ016TTRJRFUxVkRNM05DQXhNVGRSTXpjMklERXlOU0F6TnprZ01USTNWRE01TlNBeE1qbElOREE1VVRReE5TQXhNak1nTkRFMUlERXlNRkUwTVRVZ01URTJJRFF4TVNBeE1EUlVNemsxSURjeFZETTJOaUF6TTFRek1UZ2dNbFF5TkRrZ0xURXhVVEUyTXlBdE1URWdPVGtnTlROVU16UWdNakUwVVRNMElETXhPQ0E1T1NBek9ETlVNalV3SURRME9GUXpOekFnTkRJeFZEUXdOQ0F6TlRkUk5EQTBJRE16TkNBek9EY2dNekl3V2lJdlBqd3ZaR1ZtY3o0OFp5QnpkSEp2YTJVOUltTjFjbkpsYm5SRGIyeHZjaUlnWm1sc2JEMGlZM1Z5Y21WdWRFTnZiRzl5SWlCemRISnZhMlV0ZDJsa2RHZzlJakFpSUhSeVlXNXpabTl5YlQwaWMyTmhiR1VvTVN3dE1Ta2lQanhuSUdSaGRHRXRiVzFzTFc1dlpHVTlJbTFoZEdnaVBqeG5JR1JoZEdFdGJXMXNMVzV2WkdVOUltMXpkV0lpUGp4bklHUmhkR0V0Ylcxc0xXNXZaR1U5SW0xMFpYaDBJajQ4ZFhObElHUmhkR0V0WXowaU5EUWlJSGhzYVc1ck9taHlaV1k5SWlOTlNsZ3RNVFl6TFZSRldDMU9MVFEwSWk4K1BDOW5QanhuSUdSaGRHRXRiVzFzTFc1dlpHVTlJbFJsV0VGMGIyMGlJSFJ5WVc1elptOXliVDBpZEhKaGJuTnNZWFJsS0RjNU55d3RNVFV3S1NCelkyRnNaU2d3TGpjd055a2lJR1JoZEdFdGJXcDRMWFJsZUdOc1lYTnpQU0pQVWtRaVBqeG5JR1JoZEdFdGJXMXNMVzV2WkdVOUltMTBaWGgwSWo0OGRYTmxJR1JoZEdFdFl6MGlOelFpSUhoc2FXNXJPbWh5WldZOUlpTk5TbGd0TVRZekxWUkZXQzFPTFRjMElpOCtQSFZ6WlNCa1lYUmhMV005SWpjeUlpQjRiR2x1YXpwb2NtVm1QU0lqVFVwWUxURTJNeTFVUlZndFRpMDNNaUlnZEhKaGJuTm1iM0p0UFNKMGNtRnVjMnhoZEdVb016ZzVMREFwSWk4K1BIVnpaU0JrWVhSaExXTTlJall4SWlCNGJHbHVhenBvY21WbVBTSWpUVXBZTFRFMk15MVVSVmd0VGkwMk1TSWdkSEpoYm5ObWIzSnRQU0owY21GdWMyeGhkR1VvTnpneExEQXBJaTgrUEhWelpTQmtZWFJoTFdNOUlqWkZJaUI0YkdsdWF6cG9jbVZtUFNJalRVcFlMVEUyTXkxVVJWZ3RUaTAyUlNJZ2RISmhibk5tYjNKdFBTSjBjbUZ1YzJ4aGRHVW9NVEk0TVN3d0tTSXZQangxYzJVZ1pHRjBZUzFqUFNJM015SWdlR3hwYm1zNmFISmxaajBpSTAxS1dDMHhOak10VkVWWUxVNHROek1pSUhSeVlXNXpabTl5YlQwaWRISmhibk5zWVhSbEtERTRNemNzTUNraUx6NDhkWE5sSUdSaGRHRXRZejBpTmpZaUlIaHNhVzVyT21oeVpXWTlJaU5OU2xndE1UWXpMVlJGV0MxT0xUWTJJaUIwY21GdWMyWnZjbTA5SW5SeVlXNXpiR0YwWlNneU1qTXhMREFwSWk4K1BIVnpaU0JrWVhSaExXTTlJalpHSWlCNGJHbHVhenBvY21WbVBTSWpUVXBZTFRFMk15MVVSVmd0VGkwMlJpSWdkSEpoYm5ObWIzSnRQU0owY21GdWMyeGhkR1VvTWpVek55d3dLU0l2UGp4MWMyVWdaR0YwWVMxalBTSTNNaUlnZUd4cGJtczZhSEpsWmowaUkwMUtXQzB4TmpNdFZFVllMVTR0TnpJaUlIUnlZVzV6Wm05eWJUMGlkSEpoYm5Oc1lYUmxLRE13TXpjc01Da2lMejQ4ZFhObElHUmhkR0V0WXowaU5rUWlJSGhzYVc1ck9taHlaV1k5SWlOTlNsZ3RNVFl6TFZSRldDMU9MVFpFSWlCMGNtRnVjMlp2Y20wOUluUnlZVzV6YkdGMFpTZ3pOREk1TERBcElpOCtQSFZ6WlNCa1lYUmhMV005SWpZMUlpQjRiR2x1YXpwb2NtVm1QU0lqVFVwWUxURTJNeTFVUlZndFRpMDJOU0lnZEhKaGJuTm1iM0p0UFNKMGNtRnVjMnhoZEdVb05ESTJNaXd3S1NJdlBqeDFjMlVnWkdGMFlTMWpQU0kyTkNJZ2VHeHBibXM2YUhKbFpqMGlJMDFLV0MweE5qTXRWRVZZTFU0dE5qUWlJSFJ5WVc1elptOXliVDBpZEhKaGJuTnNZWFJsS0RRM01EWXNNQ2tpTHo0OEwyYytQQzluUGp3dlp6NDhaeUJrWVhSaExXMXRiQzF1YjJSbFBTSnRieUlnZEhKaGJuTm1iM0p0UFNKMGNtRnVjMnhoZEdVb05EZzBOUzQyTERBcElqNDhkWE5sSUdSaGRHRXRZejBpTTBRaUlIaHNhVzVyT21oeVpXWTlJaU5OU2xndE1UWXpMVlJGV0MxT0xUTkVJaTgrUEM5blBqeG5JR1JoZEdFdGJXMXNMVzV2WkdVOUltMTBaWGgwSWlCMGNtRnVjMlp2Y20wOUluUnlZVzV6YkdGMFpTZzFPVEF4TGpRc01Da2lQangxYzJVZ1pHRjBZUzFqUFNJMk5pSWdlR3hwYm1zNmFISmxaajBpSTAxS1dDMHhOak10VkVWWUxVNHROallpTHo0OEwyYytQR2NnWkdGMFlTMXRiV3d0Ym05a1pUMGliVzhpSUhSeVlXNXpabTl5YlQwaWRISmhibk5zWVhSbEtEWXlNRGN1TkN3d0tTSStQSFZ6WlNCa1lYUmhMV005SWpJNElpQjRiR2x1YXpwb2NtVm1QU0lqVFVwWUxURTJNeTFVUlZndFRpMHlPQ0l2UGp3dlp6NDhaeUJrWVhSaExXMXRiQzF1YjJSbFBTSnRkR1Y0ZENJZ2RISmhibk5tYjNKdFBTSjBjbUZ1YzJ4aGRHVW9OalU1Tmk0MExEQXBJajQ4ZFhObElHUmhkR0V0WXowaU5EUWlJSGhzYVc1ck9taHlaV1k5SWlOTlNsZ3RNVFl6TFZSRldDMU9MVFEwSWk4K1BIVnpaU0JrWVhSaExXTTlJamN5SWlCNGJHbHVhenBvY21WbVBTSWpUVXBZTFRFMk15MVVSVmd0VGkwM01pSWdkSEpoYm5ObWIzSnRQU0owY21GdWMyeGhkR1VvTnpZMExEQXBJaTgrUEhWelpTQmtZWFJoTFdNOUlqWXhJaUI0YkdsdWF6cG9jbVZtUFNJalRVcFlMVEUyTXkxVVJWZ3RUaTAyTVNJZ2RISmhibk5tYjNKdFBTSjBjbUZ1YzJ4aGRHVW9NVEUxTml3d0tTSXZQangxYzJVZ1pHRjBZUzFqUFNJM055SWdlR3hwYm1zNmFISmxaajBpSTAxS1dDMHhOak10VkVWWUxVNHROemNpSUhSeVlXNXpabTl5YlQwaWRISmhibk5zWVhSbEtERTJOVFlzTUNraUx6NDhkWE5sSUdSaGRHRXRZejBpTWtNaUlIaHNhVzVyT21oeVpXWTlJaU5OU2xndE1UWXpMVlJGV0MxT0xUSkRJaUIwY21GdWMyWnZjbTA5SW5SeVlXNXpiR0YwWlNneU16YzRMREFwSWk4K1BIVnpaU0JrWVhSaExXTTlJakl3SWlCNGJHbHVhenBvY21WbVBTSWpUVXBZTFRFMk15MVVSVmd0VGkweU1DSWdkSEpoYm5ObWIzSnRQU0owY21GdWMyeGhkR1VvTWpZMU5pd3dLU0l2UGp4MWMyVWdaR0YwWVMxalBTSTBSaUlnZUd4cGJtczZhSEpsWmowaUkwMUtXQzB4TmpNdFZFVllMVTR0TkVZaUlIUnlZVzV6Wm05eWJUMGlkSEpoYm5Oc1lYUmxLREk1TURZc01Da2lMejQ4TDJjK1BHY2daR0YwWVMxdGJXd3RibTlrWlQwaWJXOGlJSFJ5WVc1elptOXliVDBpZEhKaGJuTnNZWFJsS0RFd01qZ3dMalFzTUNraVBqeDFjMlVnWkdGMFlTMWpQU0l5T1NJZ2VHeHBibXM2YUhKbFpqMGlJMDFLV0MweE5qTXRWRVZZTFU0dE1qa2lMejQ4TDJjK1BHY2daR0YwWVMxdGJXd3RibTlrWlQwaWJXOGlJSFJ5WVc1elptOXliVDBpZEhKaGJuTnNZWFJsS0RFd09UUTNMakVzTUNraVBqeDFjMlVnWkdGMFlTMWpQU0l6UkNJZ2VHeHBibXM2YUhKbFpqMGlJMDFLV0MweE5qTXRWRVZZTFU0dE0wUWlMejQ4TDJjK1BHY2daR0YwWVMxdGJXd3RibTlrWlQwaWJYUmxlSFFpSUhSeVlXNXpabTl5YlQwaWRISmhibk5zWVhSbEtERXlNREF5TGprc01Da2lQangxYzJVZ1pHRjBZUzFqUFNJMFJDSWdlR3hwYm1zNmFISmxaajBpSTAxS1dDMHhOak10VkVWWUxVNHRORVFpTHo0OGRYTmxJR1JoZEdFdFl6MGlOakVpSUhoc2FXNXJPbWh5WldZOUlpTk5TbGd0TVRZekxWUkZXQzFPTFRZeElpQjBjbUZ1YzJadmNtMDlJblJ5WVc1emJHRjBaU2c1TVRjc01Da2lMejQ4ZFhObElHUmhkR0V0WXowaU56QWlJSGhzYVc1ck9taHlaV1k5SWlOTlNsZ3RNVFl6TFZSRldDMU9MVGN3SWlCMGNtRnVjMlp2Y20wOUluUnlZVzV6YkdGMFpTZ3hOREUzTERBcElpOCtQQzluUGp4bklHUmhkR0V0Ylcxc0xXNXZaR1U5SW0xdklpQjBjbUZ1YzJadmNtMDlJblJ5WVc1emJHRjBaU2d4TXprM05TNDVMREFwSWo0OGRYTmxJR1JoZEdFdFl6MGlNamdpSUhoc2FXNXJPbWh5WldZOUlpTk5TbGd0TVRZekxWUkZXQzFPTFRJNElpOCtQQzluUGp4bklHUmhkR0V0Ylcxc0xXNXZaR1U5SW0xMFpYaDBJaUIwY21GdWMyWnZjbTA5SW5SeVlXNXpiR0YwWlNneE5ETTJOQzQ1TERBcElqNDhkWE5sSUdSaGRHRXRZejBpTkRRaUlIaHNhVzVyT21oeVpXWTlJaU5OU2xndE1UWXpMVlJGV0MxT0xUUTBJaTgrUEhWelpTQmtZWFJoTFdNOUlqY3lJaUI0YkdsdWF6cG9jbVZtUFNJalRVcFlMVEUyTXkxVVJWZ3RUaTAzTWlJZ2RISmhibk5tYjNKdFBTSjBjbUZ1YzJ4aGRHVW9OelkwTERBcElpOCtQSFZ6WlNCa1lYUmhMV005SWpZeElpQjRiR2x1YXpwb2NtVm1QU0lqVFVwWUxURTJNeTFVUlZndFRpMDJNU0lnZEhKaGJuTm1iM0p0UFNKMGNtRnVjMnhoZEdVb01URTFOaXd3S1NJdlBqeDFjMlVnWkdGMFlTMWpQU0kzTnlJZ2VHeHBibXM2YUhKbFpqMGlJMDFLV0MweE5qTXRWRVZZTFU0dE56Y2lJSFJ5WVc1elptOXliVDBpZEhKaGJuTnNZWFJsS0RFMk5UWXNNQ2tpTHo0OEwyYytQR2NnWkdGMFlTMXRiV3d0Ym05a1pUMGliVzhpSUhSeVlXNXpabTl5YlQwaWRISmhibk5zWVhSbEtERTJOelF5TGprc01Da2lQangxYzJVZ1pHRjBZUzFqUFNJeU9TSWdlR3hwYm1zNmFISmxaajBpSTAxS1dDMHhOak10VkVWWUxVNHRNamtpTHo0OEwyYytQR2NnWkdGMFlTMXRiV3d0Ym05a1pUMGliVzhpSUhSeVlXNXpabTl5YlQwaWRISmhibk5zWVhSbEtERTNOREE1TGpjc01Da2lQangxYzJVZ1pHRjBZUzFqUFNJeU1Ua3lJaUI0YkdsdWF6cG9jbVZtUFNJalRVcFlMVEUyTXkxVVJWZ3RUaTB5TVRreUlpOCtQQzluUGp4bklHUmhkR0V0Ylcxc0xXNXZaR1U5SW0xemRXSWlJSFJ5WVc1elptOXliVDBpZEhKaGJuTnNZWFJsS0RFNE5qZzNMalVzTUNraVBqeG5JR1JoZEdFdGJXMXNMVzV2WkdVOUltMTBaWGgwSWo0OGRYTmxJR1JoZEdFdFl6MGlORVlpSUhoc2FXNXJPbWh5WldZOUlpTk5TbGd0TVRZekxWUkZXQzFPTFRSR0lpOCtQQzluUGp4bklHUmhkR0V0Ylcxc0xXNXZaR1U5SWxSbFdFRjBiMjBpSUhSeVlXNXpabTl5YlQwaWRISmhibk5zWVhSbEtEZ3hNU3d0TVRVd0tTQnpZMkZzWlNnd0xqY3dOeWtpSUdSaGRHRXRiV3A0TFhSbGVHTnNZWE56UFNKUFVrUWlQanhuSUdSaGRHRXRiVzFzTFc1dlpHVTlJbTEwWlhoMElqNDhkWE5sSUdSaGRHRXRZejBpTmpNaUlIaHNhVzVyT21oeVpXWTlJaU5OU2xndE1UWXpMVlJGV0MxT0xUWXpJaTgrUEhWelpTQmtZWFJoTFdNOUlqWkdJaUI0YkdsdWF6cG9jbVZtUFNJalRVcFlMVEUyTXkxVVJWZ3RUaTAyUmlJZ2RISmhibk5tYjNKdFBTSjBjbUZ1YzJ4aGRHVW9ORFEwTERBcElpOCtQSFZ6WlNCa1lYUmhMV005SWpaRklpQjRiR2x1YXpwb2NtVm1QU0lqVFVwWUxURTJNeTFVUlZndFRpMDJSU0lnZEhKaGJuTm1iM0p0UFNKMGNtRnVjMnhoZEdVb09UUTBMREFwSWk4K1BIVnpaU0JrWVhSaExXTTlJall6SWlCNGJHbHVhenBvY21WbVBTSWpUVXBZTFRFMk15MVVSVmd0VGkwMk15SWdkSEpoYm5ObWIzSnRQU0owY21GdWMyeGhkR1VvTVRVd01Dd3dLU0l2UGp4MWMyVWdaR0YwWVMxalBTSTJOU0lnZUd4cGJtczZhSEpsWmowaUkwMUtXQzB4TmpNdFZFVllMVTR0TmpVaUlIUnlZVzV6Wm05eWJUMGlkSEpoYm5Oc1lYUmxLREU1TkRRc01Da2lMejQ4ZFhObElHUmhkR0V0WXowaU56QWlJSGhzYVc1ck9taHlaV1k5SWlOTlNsZ3RNVFl6TFZSRldDMU9MVGN3SWlCMGNtRnVjMlp2Y20wOUluUnlZVzV6YkdGMFpTZ3lNemc0TERBcElpOCtQSFZ6WlNCa1lYUmhMV005SWpjMElpQjRiR2x1YXpwb2NtVm1QU0lqVFVwWUxURTJNeTFVUlZndFRpMDNOQ0lnZEhKaGJuTm1iM0p0UFNKMGNtRnVjMnhoZEdVb01qazBOQ3d3S1NJdlBqeDFjMlVnWkdGMFlTMWpQU0kzTXlJZ2VHeHBibXM2YUhKbFpqMGlJMDFLV0MweE5qTXRWRVZZTFU0dE56TWlJSFJ5WVc1elptOXliVDBpZEhKaGJuTnNZWFJsS0RNek16TXNNQ2tpTHo0OEwyYytQQzluUGp3dlp6NDhMMmMrUEM5blBqd3ZjM1puUGc9PSIsCgkiUmVhbFZpZXdTaXplSnNvbiIgOiAie1wiaGVpZ2h0XCI6MzY1LFwid2lkdGhcIjo3ODIxfSIKfQo="/>
    </extobj>
    <extobj name="2384804F-3998-4D57-9195-F3826E402611-2">
      <extobjdata type="2384804F-3998-4D57-9195-F3826E402611" data="ewoJIkltZ1NldHRpbmdKc29uIiA6ICJ7XCJoZWlnaHRcIjoxOC43NDk5OTk5OTk5OTk5OTYsXCJ3aWR0aFwiOjM3OC41NzE0Mjg1NzE0Mjg1Nn0iLAoJIkxhdGV4IiA6ICJcXHRleHR7SX0oXFx0ZXh0e1N9XzEsIFxcdGV4dHtTfV8yKSA9IFxcdGV4dHtzaW1pbGFyaXR5fShcXHRleHR7c2NoZW1hfV8xLCBcXHRleHR7c2NoZW1hfV8yLCBcXHRleHR7T31fe1xcdGV4dHttYXBwaW5nfX0pIiwKCSJMYXRleEltZ0Jhc2U2NCIgOiAiUEhOMlp5QjRiV3h1Y3owaWFIUjBjRG92TDNkM2R5NTNNeTV2Y21jdk1qQXdNQzl6ZG1jaUlIZHBaSFJvUFNJME9DNDFOalZsZUNJZ2FHVnBaMmgwUFNJeUxqTTJObVY0SWlCeWIyeGxQU0pwYldjaUlHWnZZM1Z6WVdKc1pUMGlabUZzYzJVaUlIWnBaWGRDYjNnOUlqQWdMVGMxTUNBeU1UUTJOUzQ1SURFd05EVXVOeUlnZUcxc2JuTTZlR3hwYm1zOUltaDBkSEE2THk5M2QzY3Vkek11YjNKbkx6RTVPVGt2ZUd4cGJtc2lJR0Z5YVdFdGFHbGtaR1Z1UFNKMGNuVmxJaUJ6ZEhsc1pUMGlkbVZ5ZEdsallXd3RZV3hwWjI0NklDMHdMalkyT1dWNE95QnRZWGd0ZDJsa2RHZzZJRGs0SlRzaVBqeGtaV1p6UGp4d1lYUm9JR2xrUFNKTlNsZ3RNVGt5TFZSRldDMU9MVFE1SWlCa1BTSk5Nekk0SURCUk16QTNJRE1nTVRnd0lETlVNeklnTUVneU1WWTBOa2cwTTFFNU1pQTBOaUF4TURZZ05EbFVNVEkySURZd1VURXlPQ0EyTXlBeE1qZ2dNelF5VVRFeU9DQTJNakFnTVRJMklEWXlNMUV4TWpJZ05qSTRJREV4T0NBMk16QlVPVFlnTmpNMVZEUXpJRFl6TjBneU1WWTJPRE5JTXpKUk5UTWdOamd3SURFNE1DQTJPREJVTXpJNElEWTRNMGd6TXpsV05qTTNTRE14TjFFeU5qZ2dOak0zSURJMU5DQTJNelJVTWpNMElEWXlNMUV5TXpJZ05qSXdJREl6TWlBek5ESlJNak15SURZeklESXpOQ0EyTUZFeU16Z2dOVFVnTWpReUlEVXpWREkyTkNBME9GUXpNVGNnTkRaSU16TTVWakJJTXpJNFdpSXZQanh3WVhSb0lHbGtQU0pOU2xndE1Ua3l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E9USXRWRVZZTFU0dE5UTWlJR1E5SWswMU5TQTFNRGRSTlRVZ05Ua3dJREV4TWlBMk5EZFVNalF6SURjd05FZ3lOVGRSTXpReUlEY3dOQ0EwTURVZ05qUXhURFF5TmlBMk56SlJORE14SURZM09TQTBNellnTmpnM1ZEUTBOaUEzTURCTU5EUTVJRGN3TkZFME5UQWdOekEwSURRMU15QTNNRFJVTkRVNUlEY3dOVWcwTmpOUk5EWTJJRGN3TlNBME56SWdOams1VmpRMk1rdzBOallnTkRVMlNEUTBPRkUwTXpjZ05EVTJJRFF6TlNBME5UbFVORE13SURRM09WRTBNVE1nTmpBMUlETXlPU0EyTkRaUk1qa3lJRFkyTWlBeU5UUWdOall5VVRJd01TQTJOaklnTVRZNElEWXlObFF4TXpVZ05UUXlVVEV6TlNBMU1EZ2dNVFV5SURRNE1GUXlNREFnTkRNMVVUSXhNQ0EwTXpFZ01qZzJJRFF4TWxRek56QWdNemc1VVRReU55QXpOamNnTkRZeklETXhORlExTURBZ01Ua3hVVFV3TUNBeE1UQWdORFE0SURRMVZETXdNU0F0TWpGUk1qUTFJQzB5TVNBeU1ERWdMVFJVTVRRd0lESTNUREV5TWlBME1WRXhNVGdnTXpZZ01UQTNJREl4VkRnM0lDMDNWRGM0SUMweU1WRTNOaUF0TWpJZ05qZ2dMVEl5U0RZMFVUWXhJQzB5TWlBMU5TQXRNVFpXTVRBeFVUVTFJREl5TUNBMU5pQXlNakpSTlRnZ01qSTNJRGMySURJeU4wZzRPVkU1TlNBeU1qRWdPVFVnTWpFMFVUazFJREU0TWlBeE1EVWdNVFV4VkRFek9TQTVNRlF5TURVZ05ESlVNekExSURJMFVUTTFNaUF5TkNBek9EWWdOakpVTkRJd0lERTFOVkUwTWpBZ01UazRJRE01T0NBeU16TlVNelF3SURJNE1WRXlPRFFnTWprMUlESTJOaUF6TURCUk1qWXhJRE13TVNBeU16a2dNekEyVkRJd05pQXpNVFJVTVRjMElETXlOVlF4TkRFZ016UXpWREV4TWlBek5qZFVPRFVnTkRBeVVUVTFJRFExTVNBMU5TQTFNRGRhSWk4K1BIQmhkR2dnYVdROUlrMUtXQzB4T1RJdFZFVllMVTR0TXpFaUlHUTlJazB5TVRNZ05UYzRUREl3TUNBMU56TlJNVGcySURVMk9DQXhOakFnTlRZelZERXdNaUExTlRaSU9ETldOakF5U0RFd01sRXhORGtnTmpBMElERTRPU0EyTVRkVU1qUTFJRFkwTVZReU56TWdOall6VVRJM05TQTJOallnTWpnMUlEWTJObEV5T1RRZ05qWTJJRE13TWlBMk5qQldNell4VERNd015QTJNVkV6TVRBZ05UUWdNekUxSURVeVZETXpPU0EwT0ZRME1ERWdORFpJTkRJM1ZqQklOREUyVVRNNU5TQXpJREkxTnlBelVURXlNU0F6SURFd01DQXdTRGc0VmpRMlNERXhORkV4TXpZZ05EWWdNVFV5SURRMlZERTNOeUEwTjFReE9UTWdOVEJVTWpBeElEVXlWREl3TnlBMU4xUXlNVE1nTmpGV05UYzRXaUl2UGp4d1lYUm9JR2xrUFNKTlNsZ3RNVGt5TFZSRldDMU9MVEpESWlCa1BTSk5OemdnTXpWVU56Z2dOakJVT1RRZ01UQXpWREV6TnlBeE1qRlJNVFkxSURFeU1TQXhPRGNnT1RaVU1qRXdJRGhSTWpFd0lDMHlOeUF5TURFZ0xUWXdWREU0TUNBdE1URTNWREUxTkNBdE1UVTRWREV6TUNBdE1UZzFWREV4TnlBdE1UazBVVEV4TXlBdE1UazBJREV3TkNBdE1UZzFWRGsxSUMweE56SlJPVFVnTFRFMk9DQXhNRFlnTFRFMU5sUXhNekVnTFRFeU5sUXhOVGNnTFRjMlZERTNNeUF0TTFZNVRERTNNaUE0VVRFM01DQTNJREUyTnlBMlZERTJNU0F6VkRFMU1pQXhWREUwTUNBd1VURXhNeUF3SURrMklERTNXaUl2UGp4d1lYUm9JR2xrUFNKTlNsZ3RNVGt5TFZSRldDMU9MVE15SWlCa1BTSk5NVEE1SURReU9WRTRNaUEwTWprZ05qWWdORFEzVkRVd0lEUTVNVkUxTUNBMU5qSWdNVEF6SURZeE5GUXlNelVnTmpZMlVUTXlOaUEyTmpZZ016ZzNJRFl4TUZRME5Ea2dORFkxVVRRME9TQTBNaklnTkRJNUlETTRNMVF6T0RFZ016RTFWRE13TVNBeU5ERlJNalkxSURJeE1DQXlNREVnTVRRNVRERTBNaUE1TTB3eU1UZ2dPVEpSTXpjMUlEa3lJRE00TlNBNU4xRXpPVElnT1RrZ05EQTVJREU0TmxZeE9EbElORFE1VmpFNE5sRTBORGdnTVRneklEUXpOaUE1TlZRME1qRWdNMVl3U0RVd1ZqRTVWak14VVRVd0lETTRJRFUySURRMlZEZzJJRGd4VVRFeE5TQXhNVE1nTVRNMklERXpOMUV4TkRVZ01UUTNJREUzTUNBeE56UlVNakEwSURJeE1WUXlNek1nTWpRMFZESTJNU0F5TnpoVU1qZzBJRE13T0ZRek1EVWdNelF3VkRNeU1DQXpOamxVTXpNeklEUXdNVlF6TkRBZ05ETXhWRE0wTXlBME5qUlJNelF6SURVeU55QXpNRGtnTlRjelZESXhNaUEyTVRsUk1UYzVJRFl4T1NBeE5UUWdOakF5VkRFeE9TQTFOamxVTVRBNUlEVTFNRkV4TURrZ05UUTVJREV4TkNBMU5EbFJNVE15SURVME9TQXhOVEVnTlRNMVZERTNNQ0EwT0RsUk1UY3dJRFEyTkNBeE5UUWdORFEzVkRFd09TQTBNamxhSWk4K1BIQmhkR2dnYVdROUlrMUtXQzB4T1RJ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SEJoZEdnZ2FXUTlJazFLV0MweE9USX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HhPVEl0VkVWWUxVNHROek1pSUdROUlrMHlPVFVnTXpFMlVUSTVOU0F6TlRZZ01qWTRJRE00TlZReE9UQWdOREUwVVRFMU5DQTBNVFFnTVRJNElEUXdNVkU1T0NBek9ESWdPVGdnTXpRNVVUazNJRE0wTkNBNU9DQXpNelpVTVRFMElETXhNbFF4TlRjZ01qZzNVVEUzTlNBeU9ESWdNakF4SURJM09GUXlORFVnTWpZNVZESTNOeUF5TlRaUk1qazBJREkwT0NBek1UQWdNak0yVkRNME1pQXhPVFZVTXpVNUlERXpNMUV6TlRrZ056RWdNekl4SURNeFZERTVPQ0F0TVRCSU1Ua3dVVEV6T0NBdE1UQWdPVFFnTWpaTU9EWWdNVGxNTnpjZ01UQlJOekVnTkNBMk5TQXRNVXcxTkNBdE1URklORFpJTkRKUk16a2dMVEV4SURNeklDMDFWamMwVmpFek1sRXpNeUF4TlRNZ016VWdNVFUzVkRRMUlERTJNa2cxTkZFMk5pQXhOaklnTnpBZ01UVTRWRGMxSURFME5sUTRNaUF4TVRsVU1UQXhJRGMzVVRFek5pQXlOaUF4T1RnZ01qWlJNamsxSURJMklESTVOU0F4TURSUk1qazFJREV6TXlBeU56Y2dNVFV4VVRJMU55QXhOelVnTVRrMElERTROMVF4TVRFZ01qRXdVVGMxSURJeU55QTFOQ0F5TlRaVU16TWdNekU0VVRNeklETTFOeUExTUNBek9EUlVPVE1nTkRJMFZERTBNeUEwTkRKVU1UZzNJRFEwTjBneE9UaFJNak00SURRME55QXlOamdnTkRNeVRESTRNeUEwTWpSTU1qa3lJRFF6TVZFek1ESWdORFF3SURNeE5DQTBORGhJTXpJeVNETXlObEV6TWprZ05EUTRJRE16TlNBME5ESldNekV3VERNeU9TQXpNRFJJTXpBeFVUSTVOU0F6TVRBZ01qazFJRE14TmxvaUx6NDhjR0YwYUNCcFpEMGlUVXBZTFRFNU1pMVVSVmd0VGkwMk9TSWdaRDBpVFRZNUlEWXdPVkUyT1NBMk16Y2dPRGNnTmpVelZERXpNU0EyTmpsUk1UVTBJRFkyTnlBeE56RWdOalV5VkRFNE9DQTJNRGxSTVRnNElEVTNPU0F4TnpFZ05UWTBWREV5T1NBMU5EbFJNVEEwSURVME9TQTROeUExTmpSVU5qa2dOakE1V2sweU5EY2dNRkV5TXpJZ015QXhORE1nTTFFeE16SWdNeUF4TURZZ00xUTFOaUF4VERNMElEQklNalpXTkRaSU5ESlJOekFnTkRZZ09URWdORGxSTVRBd0lEVXpJREV3TWlBMk1GUXhNRFFnTVRBeVZqSXdOVll5T1ROUk1UQTBJRE0wTlNBeE1ESWdNelU1VkRnNElETTNPRkUzTkNBek9EVWdOREVnTXpnMVNETXdWalF3T0ZFek1DQTBNekVnTXpJZ05ETXhURFF5SURRek1sRTFNaUEwTXpNZ056QWdORE0wVkRFd05pQTBNelpSTVRJeklEUXpOeUF4TkRJZ05ETTRWREUzTVNBME5ERlVNVGd5SURRME1rZ3hPRFZXTmpKUk1Ua3dJRFV5SURFNU55QTFNRlF5TXpJZ05EWklNalUxVmpCSU1qUTNXaUl2UGp4d1lYUm9JR2xrUFNKTlNsZ3RNVGt5TFZSRldDMU9MVFpFSWlCa1BTSk5OREVnTkRaSU5UVlJPVFFnTkRZZ01UQXlJRFl3VmpZNFVURXdNaUEzTnlBeE1ESWdPVEZVTVRBeUlERXlNbFF4TURNZ01UWXhWREV3TXlBeU1ETlJNVEF6SURJek5DQXhNRE1nTWpZNVZERXdNaUF6TWpoV016VXhVVGs1SURNM01DQTRPQ0F6TnpaVU5ETWdNemcxU0RJMVZqUXdPRkV5TlNBME16RWdNamNnTkRNeFRETTNJRFF6TWxFME55QTBNek1nTmpVZ05ETTBWREV3TWlBME16WlJNVEU1SURRek55QXhNemdnTkRNNFZERTJOeUEwTkRGVU1UYzRJRFEwTWtneE9ERldOREF5VVRFNE1TQXpOalFnTVRneUlETTJORlF4T0RjZ016WTVWREU1T1NBek9EUlVNakU0SURRd01sUXlORGNnTkRJeFZESTROU0EwTXpkUk16QTFJRFEwTWlBek16WWdORFF5VVRNMU1TQTBORElnTXpZMElEUTBNRlF6T0RjZ05ETTBWRFF3TmlBME1qWlVOREl4SURReE4xUTBNeklnTkRBMlZEUTBNU0F6T1RWVU5EUTRJRE00TkZRME5USWdNemMwVkRRMU5TQXpOalpNTkRVM0lETTJNVXcwTmpBZ016WTFVVFEyTXlBek5qa2dORFkySURNM00xUTBOelVnTXpnMFZEUTRPQ0F6T1RkVU5UQXpJRFF4TUZRMU1qTWdOREl5VkRVME5pQTBNekpVTlRjeUlEUXpPVlEyTURNZ05EUXlVVGN5T1NBME5ESWdOelF3SURNeU9WRTNOREVnTXpJeUlEYzBNU0F4T1RCV01UQTBVVGMwTVNBMk5pQTNORE1nTlRsVU56VTBJRFE1VVRjM05TQTBOaUE0TURNZ05EWklPREU1VmpCSU9ERXhURGM0T0NBeFVUYzJOQ0F5SURjek55QXlWRFk1T1NBelVUVTVOaUF6SURVNE55QXdTRFUzT1ZZME5rZzFPVFZSTmpVMklEUTJJRFkxTmlBMk1sRTJOVGNnTmpRZ05qVTNJREl3TUZFMk5UWWdNek0xSURZMU5TQXpORE5STmpRNUlETTNNU0EyTXpVZ016ZzFWRFl4TVNBME1ESlVOVGcxSURRd05GRTFOREFnTkRBMElEVXdOaUF6TnpCUk5EYzVJRE0wTXlBME56SWdNekUxVkRRMk5DQXlNekpXTVRZNFZqRXdPRkUwTmpRZ056Z2dORFkxSURZNFZEUTJPQ0ExTlZRME56Y2dORGxSTkRrNElEUTJJRFV5TmlBME5rZzFOREpXTUVnMU16Uk1OVEV3SURGUk5EZzNJRElnTkRZd0lESlVOREl5SUROUk16RTVJRE1nTXpFd0lEQklNekF5VmpRMlNETXhPRkV6TnprZ05EWWdNemM1SURZeVVUTTRNQ0EyTkNBek9EQWdNakF3VVRNM09TQXpNelVnTXpjNElETTBNMUV6TnpJZ016Y3hJRE0xT0NBek9EVlVNek0wSURRd01sUXpNRGdnTkRBMFVUSTJNeUEwTURRZ01qSTVJRE0zTUZFeU1ESWdNelF6SURFNU5TQXpNVFZVTVRnM0lESXpNbFl4TmpoV01UQTRVVEU0TnlBM09DQXhPRGdnTmpoVU1Ua3hJRFUxVkRJd01DQTBPVkV5TWpFZ05EWWdNalE1SURRMlNESTJOVll3U0RJMU4wd3lNelFnTVZFeU1UQWdNaUF4T0RNZ01sUXhORFVnTTFFME1pQXpJRE16SURCSU1qVldORFpJTkRGYUlpOCtQSEJoZEdnZ2FXUTlJazFLV0MweE9USXRWRVZZTFU0dE5rTWlJR1E5SWswME1pQTBOa2cxTmxFNU5TQTBOaUF4TURNZ05qQldOamhSTVRBeklEYzNJREV3TXlBNU1WUXhNRE1nTVRJMFZERXdOQ0F4TmpkVU1UQTBJREl4TjFReE1EUWdNamN5VkRFd05DQXpNamxSTVRBMElETTJOaUF4TURRZ05EQTNWREV3TkNBME9ESlVNVEEwSURVME1sUXhNRE1nTlRnMlZERXdNeUEyTUROUk1UQXdJRFl5TWlBNE9TQTJNamhVTkRRZ05qTTNTREkyVmpZMk1GRXlOaUEyT0RNZ01qZ2dOamd6VERNNElEWTRORkUwT0NBMk9EVWdOamNnTmpnMlZERXdOQ0EyT0RoUk1USXhJRFk0T1NBeE5ERWdOamt3VkRFM01TQTJPVE5VTVRneUlEWTVORWd4T0RWV016YzVVVEU0TlNBMk1pQXhPRFlnTmpCUk1Ua3dJRFV5SURFNU9DQTBPVkV5TVRrZ05EWWdNalEzSURRMlNESTJNMVl3U0RJMU5Vd3lNeklnTVZFeU1Ea2dNaUF4T0RNZ01sUXhORFVnTTFReE1EY2dNMVExTnlBeFRETTBJREJJTWpaV05EWklOREphSWk4K1BIQmhkR2dnYVdROUlrMUtXQzB4T1RJdFZFVllMVTR0TmpFaUlHUTlJazB4TXpjZ016QTFWREV4TlNBek1EVlVOemdnTXpJd1ZEWXpJRE0xT1ZFMk15QXpPVFFnT1RjZ05ESXhWREl4T0NBME5EaFJNamt4SURRME9DQXpNellnTkRFMlZETTVOaUF6TkRCUk5EQXhJRE15TmlBME1ERWdNekE1VkRRd01pQXhPVFJXTVRJMFVUUXdNaUEzTmlBME1EY2dOVGhVTkRJNElEUXdVVFEwTXlBME1DQTBORGdnTlRaVU5EVXpJREV3T1ZZeE5EVklORGt6VmpFd05sRTBPVElnTmpZZ05Ea3dJRFU1VVRRNE1TQXlPU0EwTlRVZ01USlVOREF3SUMwMlZETTFNeUF4TWxRek1qa2dOVFJXTlRoTU16STNJRFUxVVRNeU5TQTFNaUF6TWpJZ05EbFVNekUwSURRd1ZETXdNaUF5T1ZReU9EY2dNVGRVTWpZNUlEWlVNalEzSUMweVZESXlNU0F0T0ZReE9UQWdMVEV4VVRFek1DQXRNVEVnT0RJZ01qQlVNelFnTVRBM1VUTTBJREV5T0NBME1TQXhORGRVTmpnZ01UZzRWREV4TmlBeU1qVlVNVGswSURJMU0xUXpNRFFnTWpZNFNETXhPRll5T1RCUk16RTRJRE15TkNBek1USWdNelF3VVRJNU1DQTBNVEVnTWpFMUlEUXhNVkV4T1RjZ05ERXhJREU0TVNBME1UQlVNVFUySURRd05sUXhORGdnTkRBelVURTNNQ0F6T0RnZ01UY3dJRE0xT1ZFeE56QWdNek0wSURFMU5DQXpNakJhVFRFeU5pQXhNRFpSTVRJMklEYzFJREUxTUNBMU1WUXlNRGtnTWpaUk1qUTNJREkySURJM05pQTBPVlF6TVRVZ01UQTVVVE14TnlBeE1UWWdNekU0SURFM05WRXpNVGdnTWpNeklETXhOeUF5TXpOUk16QTVJREl6TXlBeU9UWWdNak15VkRJMU1TQXlNak5VTVRreklESXdNMVF4TkRjZ01UWTJWREV5TmlBeE1EWmFJaTgrUEhCaGRHZ2dhV1E5SWsxS1dDMHhPVEl0VkVWWUxVNHROeklpSUdROUlrMHpOaUEwTmtnMU1GRTRPU0EwTmlBNU55QTJNRlkyT0ZFNU55QTNOeUE1TnlBNU1WUTVPQ0F4TWpKVU9UZ2dNVFl4VkRrNElESXdNMUU1T0NBeU16UWdPVGdnTWpZNVZEazRJRE15T0V3NU55QXpOVEZST1RRZ016Y3dJRGd6SURNM05sUXpPQ0F6T0RWSU1qQldOREE0VVRJd0lEUXpNU0F5TWlBME16Rk1NeklnTkRNeVVUUXlJRFF6TXlBMk1DQTBNelJVT1RZZ05ETTJVVEV4TWlBME16Y2dNVE14SURRek9GUXhOakFnTkRReFZERTNNU0EwTkRKSU1UYzBWak0zTTFFeU1UTWdORFF4SURJM01TQTBOREZJTWpjM1VUTXlNaUEwTkRFZ016UXpJRFF4T1ZRek5qUWdNemN6VVRNMk5DQXpOVElnTXpVeElETXpOMVF6TVRNZ016SXlVVEk0T0NBek1qSWdNamMySURNek9GUXlOak1nTXpjeVVUSTJNeUF6T0RFZ01qWTFJRE00T0ZReU56QWdOREF3VkRJM015QTBNRFZSTWpjeElEUXdOeUF5TlRBZ05EQXhVVEl6TkNBek9UTWdNakkySURNNE5sRXhOemtnTXpReElERTNPU0F5TURkV01UVTBVVEUzT1NBeE5ERWdNVGM1SURFeU4xUXhOemtnTVRBeFZERTRNQ0E0TVZReE9EQWdOalpXTmpGUk1UZ3hJRFU1SURFNE15QTFOMVF4T0RnZ05UUlVNVGt6SURVeFZESXdNQ0EwT1ZReU1EY2dORGhVTWpFMklEUTNWREl5TlNBME4xUXlNelVnTkRaVU1qUTFJRFEyU0RJM05sWXdTREkyTjFFeU5Ea2dNeUF4TkRBZ00xRXpOeUF6SURJNElEQklNakJXTkRaSU16WmFJaTgrUEhCaGRHZ2dhV1E5SWsxS1dDMHhPVEl0VkVWWUxVNHROelFpSUdROUlrMHlOeUEwTWpKUk9EQWdOREkySURFd09TQTBOemhVTVRReElEWXdNRlkyTVRWSU1UZ3hWalF6TVVnek1UWldNemcxU0RFNE1WWXlOREZSTVRneUlERXhOaUF4T0RJZ01UQXdWREU0T1NBMk9GRXlNRE1nTWprZ01qTTRJREk1VVRJNE1pQXlPU0F5T1RJZ01UQXdVVEk1TXlBeE1EZ2dNamt6SURFME5sWXhPREZJTXpNelZqRTBObFl4TXpSUk16TXpJRFUzSURJNU1TQXhOMUV5TmpRZ0xURXdJREl5TVNBdE1UQlJNVGczSUMweE1DQXhOaklnTWxReE1qUWdNek5VTVRBMUlEWTRWRGs0SURFd01GRTVOeUF4TURjZ09UY2dNalE0VmpNNE5VZ3hPRlkwTWpKSU1qZGFJaTgrUEhCaGRHZ2dhV1E5SWsxS1dDMHhPVEl0VkVWWUxVNHROemtpSUdROUlrMDJPU0F0TmpaUk9URWdMVFkySURFd05DQXRPREJVTVRFNElDMHhNVFpSTVRFNElDMHhNelFnTVRBNUlDMHhORFZVT1RFZ0xURTJNRkU0TkNBdE1UWXpJRGszSUMweE5qWlJNVEEwSUMweE5qZ2dNVEV4SUMweE5qaFJNVE14SUMweE5qZ2dNVFE0SUMweE5UbFVNVGMxSUMweE16aFVNVGszSUMweE1EWlVNakV6SUMwM05WUXlNalVnTFRRelRESTBNaUF3VERFM01DQXhPRE5STVRVd0lESXpNeUF4TWpVZ01qazNVVEV3TVNBek5UZ2dPVFlnTXpZNFZEZ3dJRE00TVZFM09TQXpPRElnTnpnZ016Z3lVVFkySURNNE5TQXpOQ0F6T0RWSU1UbFdORE14U0RJMlREUTJJRFF6TUZFMk5TQTBNekFnT0RnZ05ESTVWREV5TWlBME1qaFJNVEk1SURReU9DQXhORElnTkRJNFZERTNNU0EwTWpsVU1qQXdJRFF6TUZReU1qUWdORE13VERJek15QTBNekZJTWpReFZqTTROVWd5TXpKUk1UZ3pJRE00TlNBeE9EVWdNelkyVERJNE5pQXhNVEpSTWpnMklERXhNeUF6TXpJZ01qSTNURE0zTmlBek5ERldNelV3VVRNM05pQXpOalVnTXpZMklETTNNMVF6TkRnZ016Z3pWRE16TkNBek9EVklNek14VmpRek1VZ3pNemRJTXpRMFVUTTFNU0EwTXpFZ016WXhJRFF6TVZRek9ESWdORE13VkRRd05TQTBNamxVTkRJeUlEUXlPVkUwTnpjZ05ESTVJRFV3TXlBME16RklOVEE0VmpNNE5VZzBPVGRSTkRReElETTRNQ0EwTWpJZ016UTFVVFF5TUNBek5ETWdNemM0SURJek5WUXlPRGtnT1ZReU1qY2dMVEV6TVZFeE9EQWdMVEl3TkNBeE1UTWdMVEl3TkZFMk9TQXRNakEwSURRMElDMHhOemRVTVRrZ0xURXhObEV4T1NBdE9Ea2dNelVnTFRjNFZEWTVJQzAyTmxvaUx6NDhjR0YwYUNCcFpEMGlUVXBZTFRFNU1pMVVSVmd0VGkwMk15SWdaRDBpVFRNM01DQXpNRFZVTXpRNUlETXdOVlF6TVRNZ016SXdWREk1TnlBek5UaFJNamszSURNNE1TQXpNVElnTXprMlVUTXhOeUEwTURFZ016RTNJRFF3TWxRek1EY2dOREEwVVRJNE1TQTBNRGdnTWpVNElEUXdPRkV5TURrZ05EQTRJREUzT0NBek56WlJNVE14SURNeU9TQXhNekVnTWpFNVVURXpNU0F4TXpjZ01UWXlJRGt3VVRJd015QXlPU0F5TnpJZ01qbFJNekV6SURJNUlETXpPQ0ExTlZRek56UWdNVEUzVVRNM05pQXhNalVnTXpjNUlERXlOMVF6T1RVZ01USTVTRFF3T1ZFME1UVWdNVEl6SURReE5TQXhNakJSTkRFMUlERXhOaUEwTVRFZ01UQTBWRE01TlNBM01WUXpOallnTXpOVU16RTRJREpVTWpRNUlDMHhNVkV4TmpNZ0xURXhJRGs1SURVelZETTBJREl4TkZFek5DQXpNVGdnT1RrZ016Z3pWREkxTUNBME5EaFVNemN3SURReU1WUTBNRFFnTXpVM1VUUXdOQ0F6TXpRZ016ZzNJRE15TUZvaUx6NDhjR0YwYUNCcFpEMGlUVXBZTFRFNU1pMVVSVmd0VGkwMk9DSWdaRDBpVFRReElEUTJTRFUxVVRrMElEUTJJREV3TWlBMk1GWTJPRkV4TURJZ056Y2dNVEF5SURreFZERXdNaUF4TWpSVU1UQXlJREUyTjFReE1ETWdNakUzVkRFd015QXlOekpVTVRBeklETXlPVkV4TURNZ016WTJJREV3TXlBME1EZFVNVEF6SURRNE1sUXhNRElnTlRReVZERXdNaUExT0RaVU1UQXlJRFl3TTFFNU9TQTJNaklnT0RnZ05qSTRWRFF6SURZek4wZ3lOVlkyTmpCUk1qVWdOamd6SURJM0lEWTRNMHd6TnlBMk9EUlJORGNnTmpnMUlEWTJJRFk0TmxReE1ETWdOamc0VVRFeU1DQTJPRGtnTVRRd0lEWTVNRlF4TnpBZ05qa3pWREU0TVNBMk9UUklNVGcwVmpNMk4xRXlORFFnTkRReUlETXlPQ0EwTkRKUk5EVXhJRFEwTWlBME5qTWdNekk1VVRRMk5DQXpNaklnTkRZMElERTVNRll4TURSUk5EWTBJRFkySURRMk5pQTFPVlEwTnpjZ05EbFJORGs0SURRMklEVXlOaUEwTmtnMU5ESldNRWcxTXpSTU5URXdJREZSTkRnM0lESWdORFl3SURKVU5ESXlJRE5STXpFNUlETWdNekV3SURCSU16QXlWalEyU0RNeE9GRXpOemtnTkRZZ016YzVJRFl5VVRNNE1DQTJOQ0F6T0RBZ01qQXdVVE0zT1NBek16VWdNemM0SURNME0xRXpOeklnTXpjeElETTFPQ0F6T0RWVU16TTBJRFF3TWxRek1EZ2dOREEwVVRJMk15QTBNRFFnTWpJNUlETTNNRkV5TURJZ016UXpJREU1TlNBek1UVlVNVGczSURJek1sWXhOamhXTVRBNFVURTROeUEzT0NBeE9EZ2dOamhVTVRreElEVTFWREl3TUNBME9WRXlNakVnTkRZZ01qUTVJRFEyU0RJMk5WWXdTREkxTjB3eU16UWdNVkV5TVRBZ01pQXhPRE1nTWxReE5EVWdNMUUwTWlBeklETXpJREJJTWpWV05EWklOREZhSWk4K1BIQmhkR2dnYVdROUlrMUtXQzB4T1RJdFZFVllMVTR0TmpVaUlHUTlJazB5T0NBeU1UaFJNamdnTWpjeklEUTRJRE14T0ZRNU9DQXpPVEZVTVRZeklEUXpNMVF5TWprZ05EUTRVVEk0TWlBME5EZ2dNekl3SURRek1GUXpOemdnTXpnd1ZEUXdOaUF6TVRaVU5ERTFJREkwTlZFME1UVWdNak00SURRd09DQXlNekZJTVRJMlZqSXhObEV4TWpZZ05qZ2dNakkySURNMlVUSTBOaUF6TUNBeU56QWdNekJSTXpFeUlETXdJRE0wTWlBMk1sRXpOVGtnTnprZ016WTVJREV3TkV3ek56a2dNVEk0VVRNNE1pQXhNekVnTXprMUlERXpNVWd6T1RoUk5ERTFJREV6TVNBME1UVWdNVEl4VVRReE5TQXhNVGNnTkRFeUlERXdPRkV6T1RNZ05UTWdNelE1SURJeFZESTFNQ0F0TVRGUk1UVTFJQzB4TVNBNU1pQTFPRlF5T0NBeU1UaGFUVE16TXlBeU56VlJNekl5SURRd015QXlNemdnTkRFeFNESXpObEV5TWpnZ05ERXhJREl5TUNBME1UQlVNVGsxSURRd01sUXhOallnTXpneFZERTBNeUF6TkRCVU1USTNJREkzTkZZeU5qZElNek16VmpJM05Wb2lMejQ4Y0dGMGFDQnBaRDBpVFVwWUxURTVNaTFVUlZndFRpMDBSaUlnWkQwaVRUVTJJRE0wTUZFMU5pQTBNak1nT0RZZ05EazBWREUyTkNBMk1UQlVNamN3SURZNE1GUXpPRGdnTnpBMVVUVXlNU0EzTURVZ05qSXhJRFl3TVZRM01qSWdNelF4VVRjeU1pQXlOakFnTmpreklERTVNVlEyTVRjZ056VlVOVEV3SURSVU16ZzRJQzB5TWxReU5qY2dNMVF4TmpBZ056UlVPRFVnTVRnNVZEVTJJRE0wTUZwTk5EWTNJRFkwTjFFME1qWWdOalkxSURNNE9DQTJOalZSTXpZd0lEWTJOU0F6TXpFZ05qVTBWREkyT1NBMk1qQlVNakV6SURVME9WUXhOemtnTkRNNVVURTNOQ0EwTVRFZ01UYzBJRE0xTkZFeE56UWdNVFEwSURJM055QTJNVkV6TWpjZ01qQWdNemcxSURJd1NETTRPVWd6T1RGUk5EYzBJREl3SURVek55QTVPVkUyTURNZ01UZzRJRFl3TXlBek5UUlJOakF6SURReE1TQTFPVGdnTkRNNVVUVTNOeUExT1RJZ05EWTNJRFkwTjFvaUx6NDhjR0YwYUNCcFpEMGlUVXBZTFRFNU1pMVVSVmd0VGkwM01DSWdaRDBpVFRNMklDMHhORGhJTlRCUk9Ea2dMVEUwT0NBNU55QXRNVE0wVmkweE1qWlJPVGNnTFRFeE9TQTVOeUF0TVRBM1ZEazNJQzAzTjFRNU9DQXRNemhVT1RnZ05sUTVPQ0ExTlZRNU9DQXhNRFpST1RnZ01UUXdJRGs0SURFM04xUTVPQ0F5TkROVU9UZ2dNamsyVkRrM0lETXpOVlE1TnlBek5URlJPVFFnTXpjd0lEZ3pJRE0zTmxRek9DQXpPRFZJTWpCV05EQTRVVEl3SURRek1TQXlNaUEwTXpGTU16SWdORE15VVRReUlEUXpNeUEyTVNBME16UlVPVGdnTkRNMlVURXhOU0EwTXpjZ01UTTFJRFF6T0ZReE5qVWdORFF4VkRFM05pQTBOREpJTVRjNVZqUXhOa3d4T0RBZ016a3dUREU0T0NBek9UZFJNalEzSURRME1TQXpNallnTkRReFVUUXdOeUEwTkRFZ05EWTBJRE0zTjFRMU1qSWdNakUyVVRVeU1pQXhNVFVnTkRVM0lEVXlWRE14TUNBdE1URlJNalF5SUMweE1TQXhPVEFnTXpOTU1UZ3lJRFF3VmkwME5WWXRNVEF4VVRFNE1pQXRNVEk0SURFNE5DQXRNVE0wVkRFNU5TQXRNVFExVVRJeE5pQXRNVFE0SURJME5DQXRNVFE0U0RJMk1GWXRNVGswU0RJMU1rd3lNamdnTFRFNU0xRXlNRFVnTFRFNU1pQXhOemdnTFRFNU1sUXhOREFnTFRFNU1WRXpOeUF0TVRreElESTRJQzB4T1RSSU1qQldMVEUwT0Vnek5scE5OREkwSURJeE9GRTBNalFnTWpreUlETTVNQ0F6TkRkVU16QTFJRFF3TWxFeU16UWdOREF5SURFNE1pQXpNemRXT1RoUk1qSXlJREkySURJNU5DQXlObEV6TkRVZ01qWWdNemcwSURnd1ZEUXlOQ0F5TVRoYUlpOCtQSEJoZEdnZ2FXUTlJazFLV0MweE9USXRWRVZZTFU0dE5rVWlJR1E5SWswME1TQTBOa2cxTlZFNU5DQTBOaUF4TURJZ05qQldOamhSTVRBeUlEYzNJREV3TWlBNU1WUXhNRElnTVRJeVZERXdNeUF4TmpGVU1UQXpJREl3TTFFeE1ETWdNak0wSURFd015QXlOamxVTVRBeUlETXlPRll6TlRGUk9Ua2dNemN3SURnNElETTNObFEwTXlBek9EVklNalZXTkRBNFVUSTFJRFF6TVNBeU55QTBNekZNTXpjZ05ETXlVVFEzSURRek15QTJOU0EwTXpSVU1UQXlJRFF6TmxFeE1Ua2dORE0zSURFek9DQTBNemhVTVRZM0lEUTBNVlF4TnpnZ05EUXlTREU0TVZZME1ESlJNVGd4SURNMk5DQXhPRElnTXpZMFZERTROeUF6TmpsVU1UazVJRE00TkZReU1UZ2dOREF5VkRJME55QTBNakZVTWpnMUlEUXpOMUV6TURVZ05EUXlJRE16TmlBME5ESlJORFV3SURRek9DQTBOak1nTXpJNVVUUTJOQ0F6TWpJZ05EWTBJREU1TUZZeE1EUlJORFkwSURZMklEUTJOaUExT1ZRME56Y2dORGxSTkRrNElEUTJJRFV5TmlBME5rZzFOREpXTUVnMU16Uk1OVEV3SURGUk5EZzNJRElnTkRZd0lESlVOREl5SUROUk16RTVJRE1nTXpFd0lEQklNekF5VmpRMlNETXhPRkV6TnprZ05EWWdNemM1SURZeVVUTTRNQ0EyTkNBek9EQWdNakF3VVRNM09TQXpNelVnTXpjNElETTBNMUV6TnpJZ016Y3hJRE0xT0NBek9EVlVNek0wSURRd01sUXpNRGdnTkRBMFVUSTJNeUEwTURRZ01qSTVJRE0zTUZFeU1ESWdNelF6SURFNU5TQXpNVFZVTVRnM0lESXpNbFl4TmpoV01UQTRVVEU0TnlBM09DQXhPRGdnTmpoVU1Ua3hJRFUxVkRJd01DQTBPVkV5TWpFZ05EWWdNalE1SURRMlNESTJOVll3U0RJMU4wd3lNelFnTVZFeU1UQWdNaUF4T0RNZ01sUXhORFVnTTFFME1pQXpJRE16SURCSU1qVldORFpJTkRGYUlpOCtQSEJoZEdnZ2FXUTlJazFLV0MweE9USXRWRVZZTFU0dE5qY2lJR1E5SWswek1qa2dOREE1VVRNM015QTBOVE1nTkRJNUlEUTFNMUUwTlRrZ05EVXpJRFEzTWlBME16UlVORGcxSURNNU5sRTBPRFVnTXpneUlEUTNOaUF6TnpGVU5EUTVJRE0yTUZFME1UWWdNell3SURReE1pQXpPVEJSTkRFd0lEUXdOQ0EwTVRVZ05ERXhVVFF4TlNBME1USWdOREUySURReE5GWTBNVFZSTXpnNElEUXhNaUF6TmpNZ016a3pVVE0xTlNBek9EZ2dNelUxSURNNE5sRXpOVFVnTXpnMUlETTFPU0F6T0RGVU16WTRJRE0yT1ZRek56a2dNelV4VkRNNE9DQXpNalZVTXpreUlESTVNbEV6T1RJZ01qTXdJRE0wTXlBeE9EZFVNakl5SURFME0xRXhOeklnTVRReklERXlNeUF4TnpGUk1URXlJREUxTXlBeE1USWdNVE16VVRFeE1pQTVPQ0F4TXpnZ09ERlJNVFEzSURjMUlERTFOU0EzTlZReU1qY2dOek5STXpFeElEY3lJRE16TlNBMk4xRXpPVFlnTlRnZ05ETXhJREkyVVRRM01DQXRNVE1nTkRjd0lDMDNNbEUwTnpBZ0xURXpPU0F6T1RJZ0xURTNOVkV6TXpJZ0xUSXdOaUF5TlRBZ0xUSXdObEV4TmpjZ0xUSXdOaUF4TURjZ0xURTNOVkV5T1NBdE1UUXdJREk1SUMwM05WRXlPU0F0TXprZ05UQWdMVEUxVkRreUlERTRUREV3TXlBeU5GRTJOeUExTlNBMk55QXhNRGhSTmpjZ01UVTFJRGsySURFNU0xRTFNaUF5TXpjZ05USWdNamt5VVRVeUlETTFOU0F4TURJZ016azRWREl5TXlBME5ESlJNamMwSURRME1pQXpNVGdnTkRFMlRETXlPU0EwTURsYVRUSTVPU0F6TkROUk1qazBJRE0zTVNBeU56TWdNemczVkRJeU1TQTBNRFJSTVRreUlEUXdOQ0F4TnpFZ016ZzRWREUwTlNBek5ETlJNVFF5SURNeU5pQXhORElnTWpreVVURTBNaUF5TkRnZ01UUTVJREl5TjFReE56a2dNVGt5VVRFNU5pQXhPRElnTWpJeUlERTRNbEV5TkRRZ01UZ3lJREkyTUNBeE9EbFVNamd6SURJd04xUXlPVFFnTWpJM1ZESTVPU0F5TkRKUk16QXlJREkxT0NBek1ESWdNamt5VkRJNU9TQXpORE5hVFRRd015QXROelZSTkRBeklDMDFNQ0F6T0RrZ0xUTTBWRE0wT0NBdE1URlVNams1SUMweVZESTBOU0F3U0RJeE9GRXhOVEVnTUNBeE16Z2dMVFpSTVRFNElDMHhOU0F4TURjZ0xUTTBWRGsxSUMwM05GRTVOU0F0T0RRZ01UQXhJQzA1TjFReE1qSWdMVEV5TjFReE56QWdMVEUxTlZReU5UQWdMVEUyTjFFek1Ua2dMVEUyTnlBek5qRWdMVEV6T1ZRME1ETWdMVGMxV2lJdlBqd3ZaR1ZtY3o0OFp5QnpkSEp2YTJVOUltTjFjbkpsYm5SRGIyeHZjaUlnWm1sc2JEMGlZM1Z5Y21WdWRFTnZiRzl5SWlCemRISnZhMlV0ZDJsa2RHZzlJakFpSUhSeVlXNXpabTl5YlQwaWMyTmhiR1VvTVN3dE1Ta2lQanhuSUdSaGRHRXRiVzFzTFc1dlpHVTlJbTFoZEdnaVBqeG5JR1JoZEdFdGJXMXNMVzV2WkdVOUltMTBaWGgwSWo0OGRYTmxJR1JoZEdFdFl6MGlORGtpSUhoc2FXNXJPbWh5WldZOUlpTk5TbGd0TVRreUxWUkZXQzFPTFRRNUlpOCtQQzluUGp4bklHUmhkR0V0Ylcxc0xXNXZaR1U5SW0xdklpQjBjbUZ1YzJadmNtMDlJblJ5WVc1emJHRjBaU2d6TmpFc01Da2lQangxYzJVZ1pHRjBZUzFqUFNJeU9DSWdlR3hwYm1zNmFISmxaajBpSTAxS1dDMHhPVEl0VkVWWUxVNHRNamdpTHo0OEwyYytQR2NnWkdGMFlTMXRiV3d0Ym05a1pUMGliWE4xWWlJZ2RISmhibk5tYjNKdFBTSjBjbUZ1YzJ4aGRHVW9OelV3TERBcElqNDhaeUJrWVhSaExXMXRiQzF1YjJSbFBTSnRkR1Y0ZENJK1BIVnpaU0JrWVhSaExXTTlJalV6SWlCNGJHbHVhenBvY21WbVBTSWpUVXBZTFRFNU1pMVVSVmd0VGkwMU15SXZQand2Wno0OFp5QmtZWFJoTFcxdGJDMXViMlJsUFNKdGJpSWdkSEpoYm5ObWIzSnRQU0owY21GdWMyeGhkR1VvTlRnNUxDMHhOVEFwSUhOallXeGxLREF1TnpBM0tTSStQSFZ6WlNCa1lYUmhMV005SWpNeElpQjRiR2x1YXpwb2NtVm1QU0lqVFVwWUxURTVNaTFVUlZndFRpMHpNU0l2UGp3dlp6NDhMMmMrUEdjZ1pHRjBZUzF0Yld3dGJtOWtaVDBpYlc4aUlIUnlZVzV6Wm05eWJUMGlkSEpoYm5Oc1lYUmxLREUzTkRJdU5pd3dLU0krUEhWelpTQmtZWFJoTFdNOUlqSkRJaUI0YkdsdWF6cG9jbVZtUFNJalRVcFlMVEU1TWkxVVJWZ3RUaTB5UXlJdlBqd3ZaejQ4WnlCa1lYUmhMVzF0YkMxdWIyUmxQU0p0YzNWaUlpQjBjbUZ1YzJadmNtMDlJblJ5WVc1emJHRjBaU2d5TVRnM0xqSXNNQ2tpUGp4bklHUmhkR0V0Ylcxc0xXNXZaR1U5SW0xMFpYaDBJajQ4ZFhObElHUmhkR0V0WXowaU5UTWlJSGhzYVc1ck9taHlaV1k5SWlOTlNsZ3RNVGt5TFZSRldDMU9MVFV6SWk4K1BDOW5QanhuSUdSaGRHRXRiVzFzTFc1dlpHVTlJbTF1SWlCMGNtRnVjMlp2Y20wOUluUnlZVzV6YkdGMFpTZzFPRGtzTFRFMU1Da2djMk5oYkdVb01DNDNNRGNwSWo0OGRYTmxJR1JoZEdFdFl6MGlNeklpSUhoc2FXNXJPbWh5WldZOUlpTk5TbGd0TVRreUxWUkZXQzFPTFRNeUlpOCtQQzluUGp3dlp6NDhaeUJrWVhSaExXMXRiQzF1YjJSbFBTSnRieUlnZEhKaGJuTm1iM0p0UFNKMGNtRnVjMnhoZEdVb016RTNPUzQ0TERBcElqNDhkWE5sSUdSaGRHRXRZejBpTWpraUlIaHNhVzVyT21oeVpXWTlJaU5OU2xndE1Ua3lMVlJGV0MxT0xUSTVJaTgrUEM5blBqeG5JR1JoZEdFdGJXMXNMVzV2WkdVOUltMXZJaUIwY21GdWMyWnZjbTA5SW5SeVlXNXpiR0YwWlNnek9EUTJMallzTUNraVBqeDFjMlVnWkdGMFlTMWpQU0l6UkNJZ2VHeHBibXM2YUhKbFpqMGlJMDFLV0MweE9USXRWRVZZTFU0dE0wUWlMejQ4TDJjK1BHY2daR0YwWVMxdGJXd3RibTlrWlQwaWJYUmxlSFFpSUhSeVlXNXpabTl5YlQwaWRISmhibk5zWVhSbEtEUTVNREl1TXl3d0tTSStQSFZ6WlNCa1lYUmhMV005SWpjeklpQjRiR2x1YXpwb2NtVm1QU0lqVFVwWUxURTVNaTFVUlZndFRpMDNNeUl2UGp4MWMyVWdaR0YwWVMxalBTSTJPU0lnZUd4cGJtczZhSEpsWmowaUkwMUtXQzB4T1RJdFZFVllMVTR0TmpraUlIUnlZVzV6Wm05eWJUMGlkSEpoYm5Oc1lYUmxLRE01TkN3d0tTSXZQangxYzJVZ1pHRjBZUzFqUFNJMlJDSWdlR3hwYm1zNmFISmxaajBpSTAxS1dDMHhPVEl0VkVWWUxVNHROa1FpSUhSeVlXNXpabTl5YlQwaWRISmhibk5zWVhSbEtEWTNNaXd3S1NJdlBqeDFjMlVnWkdGMFlTMWpQU0kyT1NJZ2VHeHBibXM2YUhKbFpqMGlJMDFLV0MweE9USXRWRVZZTFU0dE5qa2lJSFJ5WVc1elptOXliVDBpZEhKaGJuTnNZWFJsS0RFMU1EVXNNQ2tpTHo0OGRYTmxJR1JoZEdFdFl6MGlOa01pSUhoc2FXNXJPbWh5WldZOUlpTk5TbGd0TVRreUxWUkZXQzFPTFRaRElpQjBjbUZ1YzJadmNtMDlJblJ5WVc1emJHRjBaU2d4TnpnekxEQXBJaTgrUEhWelpTQmtZWFJoTFdNOUlqWXhJaUI0YkdsdWF6cG9jbVZtUFNJalRVcFlMVEU1TWkxVVJWZ3RUaTAyTVNJZ2RISmhibk5tYjNKdFBTSjBjbUZ1YzJ4aGRHVW9NakEyTVN3d0tTSXZQangxYzJVZ1pHRjBZUzFqUFNJM01pSWdlR3hwYm1zNmFISmxaajBpSTAxS1dDMHhPVEl0VkVWWUxVNHROeklpSUhSeVlXNXpabTl5YlQwaWRISmhibk5zWVhSbEtESTFOakVzTUNraUx6NDhkWE5sSUdSaGRHRXRZejBpTmpraUlIaHNhVzVyT21oeVpXWTlJaU5OU2xndE1Ua3lMVlJGV0MxT0xUWTVJaUIwY21GdWMyWnZjbTA5SW5SeVlXNXpiR0YwWlNneU9UVXpMREFwSWk4K1BIVnpaU0JrWVhSaExXTTlJamMwSWlCNGJHbHVhenBvY21WbVBTSWpUVXBZTFRFNU1pMVVSVmd0VGkwM05DSWdkSEpoYm5ObWIzSnRQU0owY21GdWMyeGhkR1VvTXpJek1Td3dLU0l2UGp4MWMyVWdaR0YwWVMxalBTSTNPU0lnZUd4cGJtczZhSEpsWmowaUkwMUtXQzB4T1RJdFZFVllMVTR0TnpraUlIUnlZVzV6Wm05eWJUMGlkSEpoYm5Oc1lYUmxLRE0yTWpBc01Da2lMejQ4TDJjK1BHY2daR0YwWVMxdGJXd3RibTlrWlQwaWJXOGlJSFJ5WVc1elptOXliVDBpZEhKaGJuTnNZWFJsS0Rrd05UQXVNeXd3S1NJK1BIVnpaU0JrWVhSaExXTTlJakk0SWlCNGJHbHVhenBvY21WbVBTSWpUVXBZTFRFNU1pMVVSVmd0VGkweU9DSXZQand2Wno0OFp5QmtZWFJoTFcxdGJDMXViMlJsUFNKdGMzVmlJaUIwY21GdWMyWnZjbTA5SW5SeVlXNXpiR0YwWlNnNU5ETTVMak1zTUNraVBqeG5JR1JoZEdFdGJXMXNMVzV2WkdVOUltMTBaWGgwSWo0OGRYTmxJR1JoZEdFdFl6MGlOek1pSUhoc2FXNXJPbWh5WldZOUlpTk5TbGd0TVRreUxWUkZXQzFPTFRjeklpOCtQSFZ6WlNCa1lYUmhMV005SWpZeklpQjRiR2x1YXpwb2NtVm1QU0lqVFVwWUxURTVNaTFVUlZndFRpMDJNeUlnZEhKaGJuTm1iM0p0UFNKMGNtRnVjMnhoZEdVb016azBMREFwSWk4K1BIVnpaU0JrWVhSaExXTTlJalk0SWlCNGJHbHVhenBvY21WbVBTSWpUVXBZTFRFNU1pMVVSVmd0VGkwMk9DSWdkSEpoYm5ObWIzSnRQU0owY21GdWMyeGhkR1VvT0RNNExEQXBJaTgrUEhWelpTQmtZWFJoTFdNOUlqWTFJaUI0YkdsdWF6cG9jbVZtUFNJalRVcFlMVEU1TWkxVVJWZ3RUaTAyTlNJZ2RISmhibk5tYjNKdFBTSjBjbUZ1YzJ4aGRHVW9NVE01TkN3d0tTSXZQangxYzJVZ1pHRjBZUzFqUFNJMlJDSWdlR3hwYm1zNmFISmxaajBpSTAxS1dDMHhPVEl0VkVWWUxVNHROa1FpSUhSeVlXNXpabTl5YlQwaWRISmhibk5zWVhSbEtERTRNemdzTUNraUx6NDhkWE5sSUdSaGRHRXRZejBpTmpFaUlIaHNhVzVyT21oeVpXWTlJaU5OU2xndE1Ua3lMVlJGV0MxT0xUWXhJaUIwY21GdWMyWnZjbTA5SW5SeVlXNXpiR0YwWlNneU5qY3hMREFwSWk4K1BDOW5QanhuSUdSaGRHRXRiVzFzTFc1dlpHVTlJbTF1SWlCMGNtRnVjMlp2Y20wOUluUnlZVzV6YkdGMFpTZ3pNakEwTEMweE5UQXBJSE5qWVd4bEtEQXVOekEzS1NJK1BIVnpaU0JrWVhSaExXTTlJak14SWlCNGJHbHVhenBvY21WbVBTSWpUVXBZTFRFNU1pMVVSVmd0VGkwek1TSXZQand2Wno0OEwyYytQR2NnWkdGMFlTMXRiV3d0Ym05a1pUMGliVzhpSUhSeVlXNXpabTl5YlQwaWRISmhibk5zWVhSbEtERXpNRFEyTGprc01Da2lQangxYzJVZ1pHRjBZUzFqUFNJeVF5SWdlR3hwYm1zNmFISmxaajBpSTAxS1dDMHhPVEl0VkVWWUxVNHRNa01pTHo0OEwyYytQR2NnWkdGMFlTMXRiV3d0Ym05a1pUMGliWE4xWWlJZ2RISmhibk5tYjNKdFBTSjBjbUZ1YzJ4aGRHVW9NVE0wT1RFdU5Td3dLU0krUEdjZ1pHRjBZUzF0Yld3dGJtOWtaVDBpYlhSbGVIUWlQangxYzJVZ1pHRjBZUzFqUFNJM015SWdlR3hwYm1zNmFISmxaajBpSTAxS1dDMHhPVEl0VkVWWUxVNHROek1pTHo0OGRYTmxJR1JoZEdFdFl6MGlOak1pSUhoc2FXNXJPbWh5WldZOUlpTk5TbGd0TVRreUxWUkZXQzFPTFRZeklpQjBjbUZ1YzJadmNtMDlJblJ5WVc1emJHRjBaU2d6T1RRc01Da2lMejQ4ZFhObElHUmhkR0V0WXowaU5qZ2lJSGhzYVc1ck9taHlaV1k5SWlOTlNsZ3RNVGt5TFZSRldDMU9MVFk0SWlCMGNtRnVjMlp2Y20wOUluUnlZVzV6YkdGMFpTZzRNemdzTUNraUx6NDhkWE5sSUdSaGRHRXRZejBpTmpVaUlIaHNhVzVyT21oeVpXWTlJaU5OU2xndE1Ua3lMVlJGV0MxT0xUWTFJaUIwY21GdWMyWnZjbTA5SW5SeVlXNXpiR0YwWlNneE16azBMREFwSWk4K1BIVnpaU0JrWVhSaExXTTlJalpFSWlCNGJHbHVhenBvY21WbVBTSWpUVXBZTFRFNU1pMVVSVmd0VGkwMlJDSWdkSEpoYm5ObWIzSnRQU0owY21GdWMyeGhkR1VvTVRnek9Dd3dLU0l2UGp4MWMyVWdaR0YwWVMxalBTSTJNU0lnZUd4cGJtczZhSEpsWmowaUkwMUtXQzB4T1RJdFZFVllMVTR0TmpFaUlIUnlZVzV6Wm05eWJUMGlkSEpoYm5Oc1lYUmxLREkyTnpFc01Da2lMejQ4TDJjK1BHY2daR0YwWVMxdGJXd3RibTlrWlQwaWJXNGlJSFJ5WVc1elptOXliVDBpZEhKaGJuTnNZWFJsS0RNeU1EUXNMVEUxTUNrZ2MyTmhiR1VvTUM0M01EY3BJajQ4ZFhObElHUmhkR0V0WXowaU16SWlJSGhzYVc1ck9taHlaV1k5SWlOTlNsZ3RNVGt5TFZSRldDMU9MVE15SWk4K1BDOW5Qand2Wno0OFp5QmtZWFJoTFcxdGJDMXViMlJsUFNKdGJ5SWdkSEpoYm5ObWIzSnRQU0owY21GdWMyeGhkR1VvTVRjd09Ua3VNU3d3S1NJK1BIVnpaU0JrWVhSaExXTTlJakpESWlCNGJHbHVhenBvY21WbVBTSWpUVXBZTFRFNU1pMVVSVmd0VGkweVF5SXZQand2Wno0OFp5QmtZWFJoTFcxdGJDMXViMlJsUFNKdGMzVmlJaUIwY21GdWMyWnZjbTA5SW5SeVlXNXpiR0YwWlNneE56VTBNeTQ0TERBcElqNDhaeUJrWVhSaExXMXRiQzF1YjJSbFBTSnRkR1Y0ZENJK1BIVnpaU0JrWVhSaExXTTlJalJHSWlCNGJHbHVhenBvY21WbVBTSWpUVXBZTFRFNU1pMVVSVmd0VGkwMFJpSXZQand2Wno0OFp5QmtZWFJoTFcxdGJDMXViMlJsUFNKVVpWaEJkRzl0SWlCMGNtRnVjMlp2Y20wOUluUnlZVzV6YkdGMFpTZzRNVEVzTFRFMU1Da2djMk5oYkdVb01DNDNNRGNwSWlCa1lYUmhMVzFxZUMxMFpYaGpiR0Z6Y3owaVQxSkVJajQ4WnlCa1lYUmhMVzF0YkMxdWIyUmxQU0p0ZEdWNGRDSStQSFZ6WlNCa1lYUmhMV005SWpaRUlpQjRiR2x1YXpwb2NtVm1QU0lqVFVwWUxURTVNaTFVUlZndFRpMDJSQ0l2UGp4MWMyVWdaR0YwWVMxalBTSTJNU0lnZUd4cGJtczZhSEpsWmowaUkwMUtXQzB4T1RJdFZFVllMVTR0TmpFaUlIUnlZVzV6Wm05eWJUMGlkSEpoYm5Oc1lYUmxLRGd6TXl3d0tTSXZQangxYzJVZ1pHRjBZUzFqUFNJM01DSWdlR3hwYm1zNmFISmxaajBpSTAxS1dDMHhPVEl0VkVWWUxVNHROekFpSUhSeVlXNXpabTl5YlQwaWRISmhibk5zWVhSbEtERXpNek1zTUNraUx6NDhkWE5sSUdSaGRHRXRZejBpTnpBaUlIaHNhVzVyT21oeVpXWTlJaU5OU2xndE1Ua3lMVlJGV0MxT0xUY3dJaUIwY21GdWMyWnZjbTA5SW5SeVlXNXpiR0YwWlNneE9EZzVMREFwSWk4K1BIVnpaU0JrWVhSaExXTTlJalk1SWlCNGJHbHVhenBvY21WbVBTSWpUVXBZTFRFNU1pMVVSVmd0VGkwMk9TSWdkSEpoYm5ObWIzSnRQU0owY21GdWMyeGhkR1VvTWpRME5Td3dLU0l2UGp4MWMyVWdaR0YwWVMxalBTSTJSU0lnZUd4cGJtczZhSEpsWmowaUkwMUtXQzB4T1RJdFZFVllMVTR0TmtVaUlIUnlZVzV6Wm05eWJUMGlkSEpoYm5Oc1lYUmxLREkzTWpNc01Da2lMejQ4ZFhObElHUmhkR0V0WXowaU5qY2lJSGhzYVc1ck9taHlaV1k5SWlOTlNsZ3RNVGt5TFZSRldDMU9MVFkzSWlCMGNtRnVjMlp2Y20wOUluUnlZVzV6YkdGMFpTZ3pNamM1TERBcElpOCtQQzluUGp3dlp6NDhMMmMrUEdjZ1pHRjBZUzF0Yld3dGJtOWtaVDBpYlc4aUlIUnlZVzV6Wm05eWJUMGlkSEpoYm5Oc1lYUmxLREl4TURjMkxqa3NNQ2tpUGp4MWMyVWdaR0YwWVMxalBTSXlPU0lnZUd4cGJtczZhSEpsWmowaUkwMUtXQzB4T1RJdFZFVllMVTR0TWpraUx6NDhMMmMrUEM5blBqd3ZaejQ4TDNOMlp6ND0iLAoJIlJlYWxWaWV3U2l6ZUpzb24iIDogIntcImhlaWdodFwiOjM2OSxcIndpZHRoXCI6NzU3MX0iCn0K"/>
    </extobj>
  </extobjs>
</s:customData>
</file>

<file path=customXml/itemProps1.xml><?xml version="1.0" encoding="utf-8"?>
<ds:datastoreItem xmlns:ds="http://schemas.openxmlformats.org/officeDocument/2006/customXml" ds:itemID="{50426C64-9219-45DE-B99E-BEA8EAC96BB7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396</Words>
  <Application>Microsoft Office PowerPoint</Application>
  <PresentationFormat>Произвольный</PresentationFormat>
  <Paragraphs>108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student</cp:lastModifiedBy>
  <cp:revision>51</cp:revision>
  <dcterms:created xsi:type="dcterms:W3CDTF">2025-07-23T00:59:00Z</dcterms:created>
  <dcterms:modified xsi:type="dcterms:W3CDTF">2025-12-23T07:08:13Z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73180790FA874D1FBED7C9E9023E4C13_11</vt:lpwstr>
  </property>
  <property fmtid="{D5CDD505-2E9C-101B-9397-08002B2CF9AE}" pid="3" name="KSOProductBuildVer">
    <vt:lpwstr>1049-12.2.0.23196</vt:lpwstr>
  </property>
  <property fmtid="{D5CDD505-2E9C-101B-9397-08002B2CF9AE}" pid="4" name="PresentationFormat">
    <vt:lpwstr>宽屏</vt:lpwstr>
  </property>
  <property fmtid="{D5CDD505-2E9C-101B-9397-08002B2CF9AE}" pid="5" name="Slides">
    <vt:i4>12</vt:i4>
  </property>
</Properties>
</file>